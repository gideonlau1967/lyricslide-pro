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2.xml"/><Relationship Id="rId13" Type="http://schemas.openxmlformats.org/officeDocument/2006/relationships/image" Target="../media/image1.png"/><Relationship Id="rId12" Type="http://schemas.openxmlformats.org/officeDocument/2006/relationships/tags" Target="../tags/tag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  <p:pic>
        <p:nvPicPr>
          <p:cNvPr id="7" name="图片 13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 rot="10800000">
            <a:off x="1317" y="4445"/>
            <a:ext cx="2206086" cy="2876577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  <p:pic>
        <p:nvPicPr>
          <p:cNvPr id="8" name="图片 13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>
            <a:off x="9715433" y="3636576"/>
            <a:ext cx="2475424" cy="3227774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424760"/>
            <a:ext cx="10515600" cy="5491163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[LYRICS AND CHORDS]</a:t>
            </a:r>
            <a:endParaRPr lang="en-US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39148" y="5915923"/>
            <a:ext cx="10515600" cy="522080"/>
          </a:xfrm>
        </p:spPr>
        <p:txBody>
          <a:bodyPr/>
          <a:lstStyle/>
          <a:p>
            <a:r>
              <a:rPr lang="en-US" sz="2400" dirty="0"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  <a:endParaRPr lang="en-US" sz="2400" dirty="0"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139148" y="6308780"/>
            <a:ext cx="4114800" cy="365125"/>
          </a:xfrm>
        </p:spPr>
        <p:txBody>
          <a:bodyPr/>
          <a:lstStyle/>
          <a:p>
            <a:pPr algn="l"/>
            <a:r>
              <a:rPr lang="en-US" dirty="0"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 dirty="0"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SimSun</vt:lpstr>
      <vt:lpstr>Wingdings</vt:lpstr>
      <vt:lpstr>Times New Roman Regular</vt:lpstr>
      <vt:lpstr>Microsoft YaHei</vt:lpstr>
      <vt:lpstr>汉仪旗黑</vt:lpstr>
      <vt:lpstr>Arial Unicode MS</vt:lpstr>
      <vt:lpstr>Calibri Light</vt:lpstr>
      <vt:lpstr>Helvetica Neue</vt:lpstr>
      <vt:lpstr>Calibri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23</cp:revision>
  <dcterms:created xsi:type="dcterms:W3CDTF">2026-04-19T08:09:03Z</dcterms:created>
  <dcterms:modified xsi:type="dcterms:W3CDTF">2026-04-19T08:09:03Z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
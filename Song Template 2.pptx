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00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456" y="176"/>
      </p:cViewPr>
      <p:guideLst>
        <p:guide orient="horz" pos="2145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2.xml"/><Relationship Id="rId13" Type="http://schemas.openxmlformats.org/officeDocument/2006/relationships/image" Target="../media/image1.png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pic>
        <p:nvPicPr>
          <p:cNvPr id="7" name="图片 13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1317" y="4445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pic>
        <p:nvPicPr>
          <p:cNvPr id="8" name="图片 13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424760"/>
            <a:ext cx="10515600" cy="5491163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[LYRICS AND CHORDS]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39148" y="5915923"/>
            <a:ext cx="10515600" cy="522080"/>
          </a:xfrm>
        </p:spPr>
        <p:txBody>
          <a:bodyPr/>
          <a:lstStyle/>
          <a:p>
            <a:r>
              <a:rPr lang="en-US" sz="2400" dirty="0">
                <a:latin typeface="Times New Roman Regular" panose="02020603050405020304" charset="0"/>
                <a:cs typeface="Times New Roman Regular" panose="02020603050405020304" charset="0"/>
              </a:rPr>
              <a:t>[Title]</a:t>
            </a:r>
            <a:endParaRPr lang="en-US" sz="24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39148" y="6308780"/>
            <a:ext cx="4114800" cy="365125"/>
          </a:xfrm>
        </p:spPr>
        <p:txBody>
          <a:bodyPr/>
          <a:lstStyle/>
          <a:p>
            <a:pPr algn="l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[Copyright Info]</a:t>
            </a:r>
            <a:endParaRPr lang="en-US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SLIDE_TYPE" val="text"/>
  <p:tag name="KSO_WM_BEAUTIFY_FLAG" val="#wm#"/>
  <p:tag name="KSO_WM_SLIDE_THEME_ID" val="3312678"/>
  <p:tag name="KSO_WM_SLIDE_THEME_NAME" val="Red Minimalis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Courier New Regular</vt:lpstr>
      <vt:lpstr>Microsoft YaHei</vt:lpstr>
      <vt:lpstr>汉仪旗黑</vt:lpstr>
      <vt:lpstr>Calibri Light</vt:lpstr>
      <vt:lpstr>Helvetica Neue</vt:lpstr>
      <vt:lpstr>Calibri</vt:lpstr>
      <vt:lpstr>宋体-简</vt:lpstr>
      <vt:lpstr>Arial Unicode MS</vt:lpstr>
      <vt:lpstr>Times New Roman Regular</vt:lpstr>
      <vt:lpstr>Office Theme</vt:lpstr>
      <vt:lpstr>[Title]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gideonlau</dc:creator>
  <cp:lastModifiedBy>gideon lau</cp:lastModifiedBy>
  <cp:revision>22</cp:revision>
  <dcterms:created xsi:type="dcterms:W3CDTF">2026-04-18T15:29:02Z</dcterms:created>
  <dcterms:modified xsi:type="dcterms:W3CDTF">2026-04-18T15:29:02Z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1EAD4624943D5E50950ADF69A7E3A3D7_43</vt:lpwstr>
  </property>
  <property fmtid="{D5CDD505-2E9C-101B-9397-08002B2CF9AE}" pid="3" name="KSOProductBuildVer">
    <vt:lpwstr>1033-12.1.25867.25867</vt:lpwstr>
  </property>
</Properties>
</file>
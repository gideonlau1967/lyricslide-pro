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28" d="100"/>
          <a:sy n="128" d="100"/>
        </p:scale>
        <p:origin x="456" y="176"/>
      </p:cViewPr>
      <p:guideLst>
        <p:guide orient="horz" pos="2145"/>
        <p:guide pos="384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2.xml"/><Relationship Id="rId13" Type="http://schemas.openxmlformats.org/officeDocument/2006/relationships/image" Target="../media/image1.png"/><Relationship Id="rId12" Type="http://schemas.openxmlformats.org/officeDocument/2006/relationships/tags" Target="../tags/tag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  <p:pic>
        <p:nvPicPr>
          <p:cNvPr id="7" name="图片 13"/>
          <p:cNvPicPr>
            <a:picLocks noChangeAspect="1"/>
          </p:cNvPicPr>
          <p:nvPr userDrawn="1">
            <p:custDataLst>
              <p:tags r:id="rId12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 rot="10800000">
            <a:off x="1317" y="4445"/>
            <a:ext cx="2206086" cy="2876577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  <p:pic>
        <p:nvPicPr>
          <p:cNvPr id="8" name="图片 13"/>
          <p:cNvPicPr>
            <a:picLocks noChangeAspect="1"/>
          </p:cNvPicPr>
          <p:nvPr userDrawn="1">
            <p:custDataLst>
              <p:tags r:id="rId14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693" t="52925"/>
          <a:stretch>
            <a:fillRect/>
          </a:stretch>
        </p:blipFill>
        <p:spPr>
          <a:xfrm>
            <a:off x="9715433" y="3636576"/>
            <a:ext cx="2475424" cy="3227774"/>
          </a:xfrm>
          <a:custGeom>
            <a:avLst/>
            <a:gdLst>
              <a:gd name="connsiteX0" fmla="*/ 2475424 w 2475424"/>
              <a:gd name="connsiteY0" fmla="*/ 0 h 3227774"/>
              <a:gd name="connsiteX1" fmla="*/ 2475424 w 2475424"/>
              <a:gd name="connsiteY1" fmla="*/ 3227774 h 3227774"/>
              <a:gd name="connsiteX2" fmla="*/ 0 w 2475424"/>
              <a:gd name="connsiteY2" fmla="*/ 3227774 h 3227774"/>
              <a:gd name="connsiteX3" fmla="*/ 130248 w 2475424"/>
              <a:gd name="connsiteY3" fmla="*/ 3220104 h 3227774"/>
              <a:gd name="connsiteX4" fmla="*/ 299163 w 2475424"/>
              <a:gd name="connsiteY4" fmla="*/ 1869687 h 3227774"/>
              <a:gd name="connsiteX5" fmla="*/ 2438452 w 2475424"/>
              <a:gd name="connsiteY5" fmla="*/ 179447 h 3227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5424" h="3227774">
                <a:moveTo>
                  <a:pt x="2475424" y="0"/>
                </a:moveTo>
                <a:lnTo>
                  <a:pt x="2475424" y="3227774"/>
                </a:lnTo>
                <a:lnTo>
                  <a:pt x="0" y="3227774"/>
                </a:lnTo>
                <a:lnTo>
                  <a:pt x="130248" y="3220104"/>
                </a:lnTo>
                <a:cubicBezTo>
                  <a:pt x="961732" y="3145615"/>
                  <a:pt x="1023033" y="2778241"/>
                  <a:pt x="299163" y="1869687"/>
                </a:cubicBezTo>
                <a:cubicBezTo>
                  <a:pt x="1106497" y="1359631"/>
                  <a:pt x="2186576" y="1062514"/>
                  <a:pt x="2438452" y="179447"/>
                </a:cubicBezTo>
                <a:close/>
              </a:path>
            </a:pathLst>
          </a:custGeom>
          <a:effectLst/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838200" y="424760"/>
            <a:ext cx="10515600" cy="5491163"/>
          </a:xfrm>
        </p:spPr>
        <p:txBody>
          <a:bodyPr anchor="ctr"/>
          <a:lstStyle/>
          <a:p>
            <a:pPr marL="0" indent="0" algn="ctr">
              <a:buNone/>
            </a:pPr>
            <a:r>
              <a:rPr lang="en-US" dirty="0">
                <a:latin typeface="Arial Regular" panose="020B0704020202020204" charset="0"/>
                <a:cs typeface="Arial Regular" panose="020B0704020202020204" charset="0"/>
                <a:sym typeface="+mn-ea"/>
              </a:rPr>
              <a:t>[LYRICS AND CHORDS]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39148" y="5915923"/>
            <a:ext cx="10515600" cy="522080"/>
          </a:xfrm>
        </p:spPr>
        <p:txBody>
          <a:bodyPr/>
          <a:lstStyle/>
          <a:p>
            <a:r>
              <a:rPr lang="en-US" sz="2400" dirty="0">
                <a:latin typeface="Arial Regular" panose="020B0704020202020204" charset="0"/>
                <a:cs typeface="Arial Regular" panose="020B0704020202020204" charset="0"/>
              </a:rPr>
              <a:t>[Title]</a:t>
            </a:r>
            <a:endParaRPr lang="en-US" sz="2400" dirty="0">
              <a:latin typeface="Arial Regular" panose="020B0704020202020204" charset="0"/>
              <a:cs typeface="Arial Regular" panose="020B0704020202020204" charset="0"/>
            </a:endParaRPr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139148" y="6308780"/>
            <a:ext cx="4114800" cy="365125"/>
          </a:xfrm>
        </p:spPr>
        <p:txBody>
          <a:bodyPr/>
          <a:lstStyle/>
          <a:p>
            <a:pPr algn="l"/>
            <a:r>
              <a:rPr lang="en-US" dirty="0"/>
              <a:t>[Copyright Info]</a:t>
            </a:r>
            <a:endParaRPr lang="en-US" dirty="0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5"/>
  <p:tag name="KSO_WM_UNIT_ID" val="_4*i*5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3"/>
  <p:tag name="KSO_WM_UNIT_ID" val="_1*i*3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SLIDE_TYPE" val="text"/>
  <p:tag name="KSO_WM_BEAUTIFY_FLAG" val="#wm#"/>
  <p:tag name="KSO_WM_SLIDE_THEME_ID" val="3312678"/>
  <p:tag name="KSO_WM_SLIDE_THEME_NAME" val="Red Minimalist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Arial Regular</vt:lpstr>
      <vt:lpstr>Calibri</vt:lpstr>
      <vt:lpstr>Helvetica Neue</vt:lpstr>
      <vt:lpstr>Calibri Light</vt:lpstr>
      <vt:lpstr>Microsoft YaHei</vt:lpstr>
      <vt:lpstr>汉仪旗黑</vt:lpstr>
      <vt:lpstr>宋体-简</vt:lpstr>
      <vt:lpstr>Arial Unicode MS</vt:lpstr>
      <vt:lpstr>Office Theme</vt:lpstr>
      <vt:lpstr>[Title]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19</cp:revision>
  <dcterms:created xsi:type="dcterms:W3CDTF">2026-04-15T21:53:25Z</dcterms:created>
  <dcterms:modified xsi:type="dcterms:W3CDTF">2026-04-15T21:53:25Z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1EAD4624943D5E50950ADF69A7E3A3D7_43</vt:lpwstr>
  </property>
  <property fmtid="{D5CDD505-2E9C-101B-9397-08002B2CF9AE}" pid="3" name="KSOProductBuildVer">
    <vt:lpwstr>1033-12.1.25867.25867</vt:lpwstr>
  </property>
</Properties>
</file>
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5001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69524"/>
  </p:normalViewPr>
  <p:slideViewPr>
    <p:cSldViewPr snapToGrid="0" showGuides="1">
      <p:cViewPr varScale="1">
        <p:scale>
          <a:sx n="87" d="100"/>
          <a:sy n="87" d="100"/>
        </p:scale>
        <p:origin x="2056" y="184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[Presenter Note]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图片 13"/>
          <p:cNvPicPr>
            <a:picLocks noChangeAspect="1"/>
          </p:cNvPicPr>
          <p:nvPr userDrawn="1">
            <p:custDataLst>
              <p:tags r:id="rId13"/>
            </p:custDataLst>
          </p:nvPr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693" t="52925"/>
          <a:stretch>
            <a:fillRect/>
          </a:stretch>
        </p:blipFill>
        <p:spPr>
          <a:xfrm rot="10800000">
            <a:off x="1317" y="4445"/>
            <a:ext cx="2206086" cy="2876577"/>
          </a:xfrm>
          <a:custGeom>
            <a:avLst/>
            <a:gdLst>
              <a:gd name="connsiteX0" fmla="*/ 2475424 w 2475424"/>
              <a:gd name="connsiteY0" fmla="*/ 0 h 3227774"/>
              <a:gd name="connsiteX1" fmla="*/ 2475424 w 2475424"/>
              <a:gd name="connsiteY1" fmla="*/ 3227774 h 3227774"/>
              <a:gd name="connsiteX2" fmla="*/ 0 w 2475424"/>
              <a:gd name="connsiteY2" fmla="*/ 3227774 h 3227774"/>
              <a:gd name="connsiteX3" fmla="*/ 130248 w 2475424"/>
              <a:gd name="connsiteY3" fmla="*/ 3220104 h 3227774"/>
              <a:gd name="connsiteX4" fmla="*/ 299163 w 2475424"/>
              <a:gd name="connsiteY4" fmla="*/ 1869687 h 3227774"/>
              <a:gd name="connsiteX5" fmla="*/ 2438452 w 2475424"/>
              <a:gd name="connsiteY5" fmla="*/ 179447 h 3227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5424" h="3227774">
                <a:moveTo>
                  <a:pt x="2475424" y="0"/>
                </a:moveTo>
                <a:lnTo>
                  <a:pt x="2475424" y="3227774"/>
                </a:lnTo>
                <a:lnTo>
                  <a:pt x="0" y="3227774"/>
                </a:lnTo>
                <a:lnTo>
                  <a:pt x="130248" y="3220104"/>
                </a:lnTo>
                <a:cubicBezTo>
                  <a:pt x="961732" y="3145615"/>
                  <a:pt x="1023033" y="2778241"/>
                  <a:pt x="299163" y="1869687"/>
                </a:cubicBezTo>
                <a:cubicBezTo>
                  <a:pt x="1106497" y="1359631"/>
                  <a:pt x="2186576" y="1062514"/>
                  <a:pt x="2438452" y="179447"/>
                </a:cubicBezTo>
                <a:close/>
              </a:path>
            </a:pathLst>
          </a:custGeom>
          <a:effectLst/>
        </p:spPr>
      </p:pic>
      <p:pic>
        <p:nvPicPr>
          <p:cNvPr id="8" name="图片 13"/>
          <p:cNvPicPr>
            <a:picLocks noChangeAspect="1"/>
          </p:cNvPicPr>
          <p:nvPr userDrawn="1">
            <p:custDataLst>
              <p:tags r:id="rId14"/>
            </p:custDataLst>
          </p:nvPr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693" t="52925"/>
          <a:stretch>
            <a:fillRect/>
          </a:stretch>
        </p:blipFill>
        <p:spPr>
          <a:xfrm>
            <a:off x="9715433" y="3636576"/>
            <a:ext cx="2475424" cy="3227774"/>
          </a:xfrm>
          <a:custGeom>
            <a:avLst/>
            <a:gdLst>
              <a:gd name="connsiteX0" fmla="*/ 2475424 w 2475424"/>
              <a:gd name="connsiteY0" fmla="*/ 0 h 3227774"/>
              <a:gd name="connsiteX1" fmla="*/ 2475424 w 2475424"/>
              <a:gd name="connsiteY1" fmla="*/ 3227774 h 3227774"/>
              <a:gd name="connsiteX2" fmla="*/ 0 w 2475424"/>
              <a:gd name="connsiteY2" fmla="*/ 3227774 h 3227774"/>
              <a:gd name="connsiteX3" fmla="*/ 130248 w 2475424"/>
              <a:gd name="connsiteY3" fmla="*/ 3220104 h 3227774"/>
              <a:gd name="connsiteX4" fmla="*/ 299163 w 2475424"/>
              <a:gd name="connsiteY4" fmla="*/ 1869687 h 3227774"/>
              <a:gd name="connsiteX5" fmla="*/ 2438452 w 2475424"/>
              <a:gd name="connsiteY5" fmla="*/ 179447 h 3227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5424" h="3227774">
                <a:moveTo>
                  <a:pt x="2475424" y="0"/>
                </a:moveTo>
                <a:lnTo>
                  <a:pt x="2475424" y="3227774"/>
                </a:lnTo>
                <a:lnTo>
                  <a:pt x="0" y="3227774"/>
                </a:lnTo>
                <a:lnTo>
                  <a:pt x="130248" y="3220104"/>
                </a:lnTo>
                <a:cubicBezTo>
                  <a:pt x="961732" y="3145615"/>
                  <a:pt x="1023033" y="2778241"/>
                  <a:pt x="299163" y="1869687"/>
                </a:cubicBezTo>
                <a:cubicBezTo>
                  <a:pt x="1106497" y="1359631"/>
                  <a:pt x="2186576" y="1062514"/>
                  <a:pt x="2438452" y="179447"/>
                </a:cubicBezTo>
                <a:close/>
              </a:path>
            </a:pathLst>
          </a:custGeom>
          <a:effectLst/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838200" y="424760"/>
            <a:ext cx="10515600" cy="5491163"/>
          </a:xfrm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[LYRICS AND CHORDS]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39148" y="5915923"/>
            <a:ext cx="10515600" cy="522080"/>
          </a:xfrm>
        </p:spPr>
        <p:txBody>
          <a:bodyPr/>
          <a:lstStyle/>
          <a:p>
            <a:r>
              <a:rPr lang="en-US" sz="2400" dirty="0">
                <a:latin typeface="Times New Roman Regular" panose="02020603050405020304" charset="0"/>
                <a:cs typeface="Times New Roman Regular" panose="02020603050405020304" charset="0"/>
              </a:rPr>
              <a:t>[Title]</a:t>
            </a: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139148" y="6308780"/>
            <a:ext cx="4114800" cy="365125"/>
          </a:xfrm>
        </p:spPr>
        <p:txBody>
          <a:bodyPr/>
          <a:lstStyle/>
          <a:p>
            <a:pPr algn="l"/>
            <a:r>
              <a:rPr lang="en-US" dirty="0"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4*i*5"/>
  <p:tag name="KSO_WM_UNIT_LAYERLEVEL" val="1"/>
  <p:tag name="KSO_WM_TAG_VERSION" val="3.0"/>
  <p:tag name="KSO_WM_BEAUTIFY_FLAG" val="#wm#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TYPE" val="text"/>
  <p:tag name="KSO_WM_BEAUTIFY_FLAG" val="#wm#"/>
  <p:tag name="KSO_WM_SLIDE_THEME_ID" val="3312678"/>
  <p:tag name="KSO_WM_SLIDE_THEME_NAME" val="Red Minimalist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</Words>
  <Application>Microsoft Macintosh PowerPoint</Application>
  <PresentationFormat>Widescreen</PresentationFormat>
  <Paragraphs>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Courier New</vt:lpstr>
      <vt:lpstr>Times New Roman Regular</vt:lpstr>
      <vt:lpstr>Office Theme</vt:lpstr>
      <vt:lpstr>[Title]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 Chee Wah</cp:lastModifiedBy>
  <cp:revision>24</cp:revision>
  <dcterms:created xsi:type="dcterms:W3CDTF">2026-04-19T08:09:03Z</dcterms:created>
  <dcterms:modified xsi:type="dcterms:W3CDTF">2026-04-22T12:30:20Z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1EAD4624943D5E50950ADF69A7E3A3D7_43</vt:lpwstr>
  </property>
  <property fmtid="{D5CDD505-2E9C-101B-9397-08002B2CF9AE}" pid="3" name="KSOProductBuildVer">
    <vt:lpwstr>1033-12.1.25867.25867</vt:lpwstr>
  </property>
</Properties>
</file>
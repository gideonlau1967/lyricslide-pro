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00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51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Intro:</a:t>
            </a:r>
            <a:endParaRPr lang="en-US" dirty="0"/>
          </a:p>
          <a:p>
            <a:r>
              <a:rPr lang="en-US" dirty="0"/>
              <a:t>G           </a:t>
            </a:r>
            <a:endParaRPr lang="en-US" dirty="0"/>
          </a:p>
          <a:p>
            <a:r>
              <a:rPr lang="en-US" dirty="0"/>
              <a:t>I hear the </a:t>
            </a:r>
            <a:r>
              <a:rPr lang="en-US" dirty="0" err="1"/>
              <a:t>Saviour</a:t>
            </a:r>
            <a:r>
              <a:rPr lang="en-US" dirty="0"/>
              <a:t> say</a:t>
            </a:r>
            <a:endParaRPr lang="en-US" dirty="0"/>
          </a:p>
          <a:p>
            <a:r>
              <a:rPr lang="en-US" dirty="0"/>
              <a:t>       D                 G</a:t>
            </a:r>
            <a:endParaRPr lang="en-US" dirty="0"/>
          </a:p>
          <a:p>
            <a:r>
              <a:rPr lang="en-US" dirty="0"/>
              <a:t>Thy strength indeed is small.</a:t>
            </a:r>
            <a:endParaRPr lang="en-US" dirty="0"/>
          </a:p>
          <a:p>
            <a:r>
              <a:rPr lang="en-US" dirty="0"/>
              <a:t>(G)                          C</a:t>
            </a:r>
            <a:endParaRPr lang="en-US" dirty="0"/>
          </a:p>
          <a:p>
            <a:r>
              <a:rPr lang="en-US" dirty="0"/>
              <a:t>Child of weakness watch and pray</a:t>
            </a:r>
            <a:endParaRPr lang="en-US" dirty="0"/>
          </a:p>
          <a:p>
            <a:r>
              <a:rPr lang="en-US" dirty="0"/>
              <a:t>        G         D      G</a:t>
            </a:r>
            <a:endParaRPr lang="en-US" dirty="0"/>
          </a:p>
          <a:p>
            <a:r>
              <a:rPr lang="en-US" dirty="0"/>
              <a:t>Find in me </a:t>
            </a:r>
            <a:r>
              <a:rPr lang="en-US" dirty="0" err="1"/>
              <a:t>thine</a:t>
            </a:r>
            <a:r>
              <a:rPr lang="en-US" dirty="0"/>
              <a:t> all in all.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632173-5015-4A92-A514-1ADD2CBD007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-27384"/>
            <a:ext cx="12203430" cy="6885384"/>
            <a:chOff x="1508124" y="-27384"/>
            <a:chExt cx="9180418" cy="6885384"/>
          </a:xfrm>
        </p:grpSpPr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1" cstate="print"/>
            <a:srcRect t="13271" b="43639"/>
            <a:stretch>
              <a:fillRect/>
            </a:stretch>
          </p:blipFill>
          <p:spPr bwMode="auto">
            <a:xfrm>
              <a:off x="1544644" y="5161497"/>
              <a:ext cx="9123356" cy="107581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1" cstate="print"/>
            <a:srcRect t="13271" b="43639"/>
            <a:stretch>
              <a:fillRect/>
            </a:stretch>
          </p:blipFill>
          <p:spPr bwMode="auto">
            <a:xfrm>
              <a:off x="1508124" y="-27384"/>
              <a:ext cx="9159876" cy="108012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0526"/>
            <a:stretch>
              <a:fillRect/>
            </a:stretch>
          </p:blipFill>
          <p:spPr bwMode="auto">
            <a:xfrm>
              <a:off x="9264352" y="476672"/>
              <a:ext cx="1220830" cy="13407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5" name="Rectangle 14"/>
            <p:cNvSpPr/>
            <p:nvPr/>
          </p:nvSpPr>
          <p:spPr>
            <a:xfrm>
              <a:off x="1524000" y="5085184"/>
              <a:ext cx="9144000" cy="8640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544429" y="1482646"/>
              <a:ext cx="9144113" cy="3844925"/>
            </a:xfrm>
            <a:prstGeom prst="rect">
              <a:avLst/>
            </a:prstGeom>
          </p:spPr>
          <p:txBody>
            <a:bodyPr wrap="square" anchor="ctr" anchorCtr="0">
              <a:normAutofit/>
            </a:bodyPr>
            <a:lstStyle/>
            <a:p>
              <a:pPr algn="ctr"/>
              <a:r>
                <a:rPr lang="en-US" sz="3200" dirty="0">
                  <a:latin typeface="Maiandra GD" pitchFamily="34" charset="0"/>
                </a:rPr>
                <a:t>[Lyrics and Chords]</a:t>
              </a:r>
              <a:endParaRPr lang="en-US" sz="3200" dirty="0">
                <a:latin typeface="Maiandra GD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524000" y="6309320"/>
              <a:ext cx="9144000" cy="54868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en-SG" sz="1400" b="1" dirty="0"/>
                <a:t>[Copyright Info]</a:t>
              </a:r>
              <a:endParaRPr lang="en-US" altLang="en-SG" sz="1400" b="1" dirty="0"/>
            </a:p>
          </p:txBody>
        </p:sp>
        <p:grpSp>
          <p:nvGrpSpPr>
            <p:cNvPr id="2" name="Group 10"/>
            <p:cNvGrpSpPr/>
            <p:nvPr/>
          </p:nvGrpSpPr>
          <p:grpSpPr>
            <a:xfrm>
              <a:off x="1524000" y="-27384"/>
              <a:ext cx="9144113" cy="1224136"/>
              <a:chOff x="0" y="-27384"/>
              <a:chExt cx="9144113" cy="1224136"/>
            </a:xfrm>
          </p:grpSpPr>
          <p:grpSp>
            <p:nvGrpSpPr>
              <p:cNvPr id="3" name="Group 12"/>
              <p:cNvGrpSpPr/>
              <p:nvPr/>
            </p:nvGrpSpPr>
            <p:grpSpPr>
              <a:xfrm>
                <a:off x="0" y="-27384"/>
                <a:ext cx="9144113" cy="936104"/>
                <a:chOff x="0" y="-27384"/>
                <a:chExt cx="9144113" cy="936104"/>
              </a:xfrm>
            </p:grpSpPr>
            <p:sp>
              <p:nvSpPr>
                <p:cNvPr id="17" name="Rectangle 16"/>
                <p:cNvSpPr/>
                <p:nvPr/>
              </p:nvSpPr>
              <p:spPr>
                <a:xfrm>
                  <a:off x="0" y="-27384"/>
                  <a:ext cx="9144113" cy="890905"/>
                </a:xfrm>
                <a:prstGeom prst="rect">
                  <a:avLst/>
                </a:prstGeom>
                <a:solidFill>
                  <a:schemeClr val="bg1">
                    <a:alpha val="92000"/>
                  </a:schemeClr>
                </a:solidFill>
              </p:spPr>
              <p:txBody>
                <a:bodyPr wrap="square" lIns="91440" tIns="45720" rIns="91440" bIns="45720" anchor="ctr" anchorCtr="0">
                  <a:noAutofit/>
                  <a:scene3d>
                    <a:camera prst="orthographicFront"/>
                    <a:lightRig rig="soft" dir="tl">
                      <a:rot lat="0" lon="0" rev="0"/>
                    </a:lightRig>
                  </a:scene3d>
                  <a:sp3d contourW="25400" prstMaterial="matte">
                    <a:bevelT w="25400" h="55880" prst="artDeco"/>
                    <a:contourClr>
                      <a:schemeClr val="accent2">
                        <a:tint val="20000"/>
                      </a:schemeClr>
                    </a:contourClr>
                  </a:sp3d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4000" b="1" spc="50" dirty="0">
                      <a:ln w="11430">
                        <a:solidFill>
                          <a:schemeClr val="bg1"/>
                        </a:solidFill>
                      </a:ln>
                      <a:solidFill>
                        <a:srgbClr val="002060"/>
                      </a:solidFill>
                      <a:effectLst>
                        <a:outerShdw blurRad="76200" dist="50800" dir="5400000" algn="tl" rotWithShape="0">
                          <a:srgbClr val="000000">
                            <a:alpha val="65000"/>
                          </a:srgbClr>
                        </a:outerShdw>
                      </a:effectLst>
                      <a:latin typeface="Gill Sans Ultra Bold Condensed" pitchFamily="34" charset="0"/>
                      <a:cs typeface="Aharoni" pitchFamily="2" charset="-79"/>
                    </a:rPr>
                    <a:t>[Title]</a:t>
                  </a:r>
                  <a:endParaRPr lang="en-US" sz="4000" b="1" spc="50" dirty="0">
                    <a:ln w="11430">
                      <a:solidFill>
                        <a:schemeClr val="bg1"/>
                      </a:solidFill>
                    </a:ln>
                    <a:solidFill>
                      <a:srgbClr val="00206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Gill Sans Ultra Bold Condensed" pitchFamily="34" charset="0"/>
                    <a:cs typeface="Aharoni" pitchFamily="2" charset="-79"/>
                  </a:endParaRPr>
                </a:p>
              </p:txBody>
            </p:sp>
            <p:sp>
              <p:nvSpPr>
                <p:cNvPr id="18" name="Rectangle 17"/>
                <p:cNvSpPr/>
                <p:nvPr/>
              </p:nvSpPr>
              <p:spPr>
                <a:xfrm flipV="1">
                  <a:off x="0" y="863001"/>
                  <a:ext cx="9144000" cy="4571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pic>
            <p:nvPicPr>
              <p:cNvPr id="16" name="Picture 15"/>
              <p:cNvPicPr>
                <a:picLocks noChangeAspect="1" noChangeArrowheads="1"/>
              </p:cNvPicPr>
              <p:nvPr/>
            </p:nvPicPr>
            <p:blipFill>
              <a:blip r:embed="rId1" cstate="print"/>
              <a:srcRect t="75239"/>
              <a:stretch>
                <a:fillRect/>
              </a:stretch>
            </p:blipFill>
            <p:spPr bwMode="auto">
              <a:xfrm>
                <a:off x="827584" y="836712"/>
                <a:ext cx="7200800" cy="360040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152400" dist="12000" dir="900000" sy="98000" kx="110000" ky="200000" algn="tl" rotWithShape="0">
                  <a:srgbClr val="000000">
                    <a:alpha val="30000"/>
                  </a:srgbClr>
                </a:outerShdw>
              </a:effectLst>
              <a:scene3d>
                <a:camera prst="perspectiveRelaxed">
                  <a:rot lat="19800000" lon="1200000" rev="20820000"/>
                </a:camera>
                <a:lightRig rig="threePt" dir="t"/>
              </a:scene3d>
              <a:sp3d contourW="6350" prstMaterial="matte">
                <a:bevelT w="101600" h="101600"/>
                <a:contourClr>
                  <a:srgbClr val="969696"/>
                </a:contourClr>
              </a:sp3d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SimSun</vt:lpstr>
      <vt:lpstr>Wingdings</vt:lpstr>
      <vt:lpstr>Maiandra GD</vt:lpstr>
      <vt:lpstr>苹方-简</vt:lpstr>
      <vt:lpstr>Gill Sans Ultra Bold Condensed</vt:lpstr>
      <vt:lpstr>Aharoni</vt:lpstr>
      <vt:lpstr>Calibri</vt:lpstr>
      <vt:lpstr>Helvetica Neue</vt:lpstr>
      <vt:lpstr>Microsoft YaHei</vt:lpstr>
      <vt:lpstr>汉仪旗黑</vt:lpstr>
      <vt:lpstr>Arial Unicode MS</vt:lpstr>
      <vt:lpstr>Calibri Light</vt:lpstr>
      <vt:lpstr>Thonburi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gideonlau</dc:creator>
  <cp:lastModifiedBy>gideon lau</cp:lastModifiedBy>
  <cp:revision>7</cp:revision>
  <dcterms:created xsi:type="dcterms:W3CDTF">2026-04-15T14:10:44Z</dcterms:created>
  <dcterms:modified xsi:type="dcterms:W3CDTF">2026-04-15T14:10:44Z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1EAD4624943D5E50950ADF69A7E3A3D7_43</vt:lpwstr>
  </property>
  <property fmtid="{D5CDD505-2E9C-101B-9397-08002B2CF9AE}" pid="3" name="KSOProductBuildVer">
    <vt:lpwstr>1033-12.1.25867.25867</vt:lpwstr>
  </property>
</Properties>
</file>
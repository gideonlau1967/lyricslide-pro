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500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5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45"/>
        <p:guide pos="38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[Copyright Info]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[Copyright Info]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[Copyright Info]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[Copyright Info]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[Copyright Info]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[Copyright Info]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[Copyright Info]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[Copyright Info]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[Copyright Info]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[Copyright Info]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[Copyright Info]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[Copyright Info]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81305" y="5917565"/>
            <a:ext cx="11910695" cy="606425"/>
          </a:xfrm>
        </p:spPr>
        <p:txBody>
          <a:bodyPr/>
          <a:p>
            <a:pPr algn="l"/>
            <a:r>
              <a:rPr lang="en-US" sz="2800">
                <a:latin typeface="Times New Roman Regular" panose="02020603050405020304" charset="0"/>
                <a:cs typeface="Times New Roman Regular" panose="02020603050405020304" charset="0"/>
              </a:rPr>
              <a:t>[ TITLE ]</a:t>
            </a:r>
            <a:endParaRPr lang="en-US" sz="28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0" y="365125"/>
            <a:ext cx="12191365" cy="5080000"/>
          </a:xfrm>
        </p:spPr>
        <p:txBody>
          <a:bodyPr anchor="ctr" anchorCtr="0"/>
          <a:p>
            <a:pPr marL="0" indent="0" algn="ctr">
              <a:buNone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[LYRICS AND CHORDS]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0035" y="6356350"/>
            <a:ext cx="11910695" cy="365125"/>
          </a:xfrm>
        </p:spPr>
        <p:txBody>
          <a:bodyPr/>
          <a:p>
            <a:pPr algn="l"/>
            <a:r>
              <a:rPr lang="en-US">
                <a:solidFill>
                  <a:schemeClr val="tx2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[Copyright Info]</a:t>
            </a:r>
            <a:endParaRPr lang="en-US">
              <a:solidFill>
                <a:schemeClr val="tx2"/>
              </a:solidFill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WPS Presentation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SimSun</vt:lpstr>
      <vt:lpstr>Wingdings</vt:lpstr>
      <vt:lpstr>Arial Bold</vt:lpstr>
      <vt:lpstr>Arial Regular</vt:lpstr>
      <vt:lpstr>Microsoft YaHei</vt:lpstr>
      <vt:lpstr>汉仪旗黑</vt:lpstr>
      <vt:lpstr>Calibri Light</vt:lpstr>
      <vt:lpstr>Helvetica Neue</vt:lpstr>
      <vt:lpstr>Calibri</vt:lpstr>
      <vt:lpstr>宋体-简</vt:lpstr>
      <vt:lpstr>Arial Unicode MS</vt:lpstr>
      <vt:lpstr>Times New Roman Regular</vt:lpstr>
      <vt:lpstr>Office Theme</vt:lpstr>
      <vt:lpstr>[ TITLE ]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gideonlau</dc:creator>
  <cp:lastModifiedBy>gideon lau</cp:lastModifiedBy>
  <cp:revision>17</cp:revision>
  <dcterms:created xsi:type="dcterms:W3CDTF">2026-04-18T15:29:29Z</dcterms:created>
  <dcterms:modified xsi:type="dcterms:W3CDTF">2026-04-18T15:29:29Z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1058A1BC00D1ED19D10DE069DFC71ED2_43</vt:lpwstr>
  </property>
  <property fmtid="{D5CDD505-2E9C-101B-9397-08002B2CF9AE}" pid="3" name="KSOProductBuildVer">
    <vt:lpwstr>1033-12.1.25867.25867</vt:lpwstr>
  </property>
</Properties>
</file>
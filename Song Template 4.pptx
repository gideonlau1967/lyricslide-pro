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219075"/>
            <a:ext cx="10515600" cy="5697220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Courier New Regular" panose="02070609020205020404" charset="0"/>
                <a:cs typeface="Courier New Regular" panose="02070609020205020404" charset="0"/>
                <a:sym typeface="+mn-ea"/>
              </a:rPr>
              <a:t>[LYRICS AND CHORDS]</a:t>
            </a:r>
            <a:endParaRPr lang="en-US" dirty="0">
              <a:latin typeface="Courier New Regular" panose="02070609020205020404" charset="0"/>
              <a:cs typeface="Courier New Regular" panose="02070609020205020404" charset="0"/>
              <a:sym typeface="+mn-ea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588645" y="5981700"/>
            <a:ext cx="10066020" cy="521970"/>
          </a:xfrm>
        </p:spPr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Courier New Regular" panose="02070609020205020404" charset="0"/>
                <a:cs typeface="Courier New Regular" panose="020706090202050204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Courier New Regular" panose="02070609020205020404" charset="0"/>
              <a:cs typeface="Courier New Regular" panose="020706090202050204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58872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urier New Regular" panose="02070609020205020404" charset="0"/>
                <a:cs typeface="Courier New Regular" panose="020706090202050204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Courier New Regular" panose="02070609020205020404" charset="0"/>
              <a:cs typeface="Courier New Regular" panose="020706090202050204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Courier New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22</cp:revision>
  <dcterms:created xsi:type="dcterms:W3CDTF">2026-04-18T14:02:33Z</dcterms:created>
  <dcterms:modified xsi:type="dcterms:W3CDTF">2026-04-18T14:02:33Z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
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070" y="6057265"/>
            <a:ext cx="10515600" cy="365125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315" y="264795"/>
            <a:ext cx="11173460" cy="4884420"/>
          </a:xfrm>
        </p:spPr>
        <p:txBody>
          <a:bodyPr/>
          <a:lstStyle>
            <a:lvl1pPr marL="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1pPr>
            <a:lvl2pPr marL="4572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2pPr>
            <a:lvl3pPr marL="9144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3pPr>
            <a:lvl4pPr marL="13716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4pPr>
            <a:lvl5pPr marL="18288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33340" y="6422390"/>
            <a:ext cx="2743200" cy="365125"/>
          </a:xfr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0070" y="6333490"/>
            <a:ext cx="418655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Docs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SimSun</vt:lpstr>
      <vt:lpstr>Wingdings</vt:lpstr>
      <vt:lpstr>Times New Roman Regular</vt:lpstr>
      <vt:lpstr>Times New Roman Regular</vt:lpstr>
      <vt:lpstr>Courier New</vt:lpstr>
      <vt:lpstr>Courier New Regular</vt:lpstr>
      <vt:lpstr>Microsoft YaHei</vt:lpstr>
      <vt:lpstr>汉仪旗黑</vt:lpstr>
      <vt:lpstr>Arial Unicode MS</vt:lpstr>
      <vt:lpstr>Calibri Light</vt:lpstr>
      <vt:lpstr>Helvetica Neue</vt:lpstr>
      <vt:lpstr>Calibri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27</cp:revision>
  <dcterms:created xsi:type="dcterms:W3CDTF">2026-04-21T11:40:50Z</dcterms:created>
  <dcterms:modified xsi:type="dcterms:W3CDTF">2026-04-21T11:40:50Z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
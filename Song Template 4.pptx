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953125"/>
            <a:ext cx="10515600" cy="483870"/>
          </a:xfrm>
        </p:spPr>
        <p:txBody>
          <a:bodyPr/>
          <a:lstStyle>
            <a:lvl1pPr>
              <a:defRPr sz="2800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36575"/>
            <a:ext cx="10515600" cy="494284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37565" y="6356350"/>
            <a:ext cx="7315835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3855" y="5986145"/>
            <a:ext cx="10989945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545465"/>
            <a:ext cx="10515600" cy="513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" y="6356350"/>
            <a:ext cx="77901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bg1"/>
          </a:solidFill>
          <a:latin typeface="Arial Regular" panose="020B0704020202020204" charset="0"/>
          <a:ea typeface="+mj-ea"/>
          <a:cs typeface="Arial Regular" panose="020B070402020202020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15620" y="5917565"/>
            <a:ext cx="11676380" cy="606425"/>
          </a:xfrm>
        </p:spPr>
        <p:txBody>
          <a:bodyPr/>
          <a:p>
            <a:pPr algn="l"/>
            <a:r>
              <a:rPr lang="en-US" altLang="en-US" sz="2800" b="1">
                <a:solidFill>
                  <a:schemeClr val="accent1">
                    <a:lumMod val="20000"/>
                    <a:lumOff val="80000"/>
                  </a:schemeClr>
                </a:solidFill>
                <a:latin typeface="Arial Bold" panose="020B0704020202020204" charset="0"/>
                <a:cs typeface="Arial Bold" panose="020B0704020202020204" charset="0"/>
              </a:rPr>
              <a:t>{{TITLE}}</a:t>
            </a:r>
            <a:endParaRPr lang="en-US" altLang="en-US" sz="2800" b="1">
              <a:solidFill>
                <a:schemeClr val="accent1">
                  <a:lumMod val="20000"/>
                  <a:lumOff val="80000"/>
                </a:schemeClr>
              </a:solidFill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0" y="365125"/>
            <a:ext cx="12191365" cy="5080000"/>
          </a:xfrm>
        </p:spPr>
        <p:txBody>
          <a:bodyPr anchor="ctr" anchorCtr="0"/>
          <a:p>
            <a:pPr marL="0" indent="0" algn="ctr">
              <a:buNone/>
            </a:pPr>
            <a:r>
              <a:rPr lang="en-US" altLang="en-US">
                <a:latin typeface="Arial Regular" panose="020B0704020202020204" charset="0"/>
                <a:cs typeface="Arial Regular" panose="020B0704020202020204" charset="0"/>
              </a:rPr>
              <a:t>{{LYRICS}}</a:t>
            </a:r>
            <a:endParaRPr lang="en-US" altLang="en-US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5620" y="6356350"/>
            <a:ext cx="11675110" cy="365125"/>
          </a:xfrm>
        </p:spPr>
        <p:txBody>
          <a:bodyPr/>
          <a:p>
            <a:pPr algn="l"/>
            <a:r>
              <a:rPr lang="en-US" altLang="en-US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rPr>
              <a:t>{{COPYRIGHT}}</a:t>
            </a:r>
            <a:endParaRPr lang="en-US" altLang="en-US">
              <a:solidFill>
                <a:schemeClr val="bg1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SimSun</vt:lpstr>
      <vt:lpstr>Wingdings</vt:lpstr>
      <vt:lpstr>Arial Bold</vt:lpstr>
      <vt:lpstr>Arial Regular</vt:lpstr>
      <vt:lpstr>Microsoft YaHei</vt:lpstr>
      <vt:lpstr>汉仪旗黑</vt:lpstr>
      <vt:lpstr>Arial Unicode MS</vt:lpstr>
      <vt:lpstr>Calibri Light</vt:lpstr>
      <vt:lpstr>Helvetica Neue</vt:lpstr>
      <vt:lpstr>Calibri</vt:lpstr>
      <vt:lpstr>宋体-简</vt:lpstr>
      <vt:lpstr>Office Theme</vt:lpstr>
      <vt:lpstr>{{TITLE}}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22</cp:revision>
  <dcterms:created xsi:type="dcterms:W3CDTF">2026-04-18T11:31:21Z</dcterms:created>
  <dcterms:modified xsi:type="dcterms:W3CDTF">2026-04-18T11:31:21Z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CAA78BD5DB5FCEB8FA64E369CFAFFC5C_43</vt:lpwstr>
  </property>
  <property fmtid="{D5CDD505-2E9C-101B-9397-08002B2CF9AE}" pid="3" name="KSOProductBuildVer">
    <vt:lpwstr>1033-12.1.25867.25867</vt:lpwstr>
  </property>
</Properties>
</file>
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00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4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ong Templat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375" y="5953125"/>
            <a:ext cx="10515600" cy="483870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  <a:latin typeface="Arial Regular" panose="020B0704020202020204" charset="0"/>
                <a:cs typeface="Arial Regular" panose="020B070402020202020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36575"/>
            <a:ext cx="105156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6740" y="6356350"/>
            <a:ext cx="7315835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3855" y="5986145"/>
            <a:ext cx="10989945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45465"/>
            <a:ext cx="10515600" cy="513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" y="6356350"/>
            <a:ext cx="77901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[Copyright Info]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bg1"/>
          </a:solidFill>
          <a:latin typeface="Arial Regular" panose="020B0704020202020204" charset="0"/>
          <a:ea typeface="+mj-ea"/>
          <a:cs typeface="Arial Regular" panose="020B070402020202020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[Title]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ctr">
              <a:buNone/>
            </a:pPr>
            <a:r>
              <a:rPr lang="en-US"/>
              <a:t>[Lyrics and Chords]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[Copyright Info]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WPS Presentation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Arial Regular</vt:lpstr>
      <vt:lpstr>Calibri</vt:lpstr>
      <vt:lpstr>Helvetica Neue</vt:lpstr>
      <vt:lpstr>Microsoft YaHei</vt:lpstr>
      <vt:lpstr>汉仪旗黑</vt:lpstr>
      <vt:lpstr>宋体-简</vt:lpstr>
      <vt:lpstr>Arial Unicode MS</vt:lpstr>
      <vt:lpstr>Office Theme</vt:lpstr>
      <vt:lpstr>{{Title}}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gideonlau</dc:creator>
  <cp:lastModifiedBy>gideon lau</cp:lastModifiedBy>
  <cp:revision>25</cp:revision>
  <dcterms:created xsi:type="dcterms:W3CDTF">2026-04-18T13:25:29Z</dcterms:created>
  <dcterms:modified xsi:type="dcterms:W3CDTF">2026-04-18T13:25:29Z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A01E1312BE8569821B6DE3695AF65517_43</vt:lpwstr>
  </property>
  <property fmtid="{D5CDD505-2E9C-101B-9397-08002B2CF9AE}" pid="3" name="KSOProductBuildVer">
    <vt:lpwstr>1033-12.1.25867.25867</vt:lpwstr>
  </property>
</Properties>
</file>
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5001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9116"/>
  </p:normalViewPr>
  <p:slideViewPr>
    <p:cSldViewPr snapToGrid="0" showGuides="1">
      <p:cViewPr varScale="1">
        <p:scale>
          <a:sx n="86" d="100"/>
          <a:sy n="86" d="100"/>
        </p:scale>
        <p:origin x="2112" y="200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[Presenter Note]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0070" y="6057265"/>
            <a:ext cx="10515600" cy="365125"/>
          </a:xfrm>
        </p:spPr>
        <p:txBody>
          <a:bodyPr>
            <a:noAutofit/>
          </a:bodyPr>
          <a:lstStyle>
            <a:lvl1pPr>
              <a:defRPr sz="280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1315" y="264795"/>
            <a:ext cx="11173460" cy="4884420"/>
          </a:xfrm>
        </p:spPr>
        <p:txBody>
          <a:bodyPr/>
          <a:lstStyle>
            <a:lvl1pPr marL="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1pPr>
            <a:lvl2pPr marL="4572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2pPr>
            <a:lvl3pPr marL="9144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3pPr>
            <a:lvl4pPr marL="13716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4pPr>
            <a:lvl5pPr marL="1828800" indent="0" algn="ctr">
              <a:buNone/>
              <a:defRPr>
                <a:latin typeface="Times New Roman Regular" panose="02020603050405020304" charset="0"/>
                <a:cs typeface="Times New Roman Regular" panose="0202060305040502030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33340" y="6422390"/>
            <a:ext cx="2743200" cy="365125"/>
          </a:xfrm>
        </p:spPr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60070" y="6333490"/>
            <a:ext cx="418655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defRPr>
            </a:lvl1pPr>
          </a:lstStyle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60070" y="264795"/>
            <a:ext cx="10974705" cy="4884420"/>
          </a:xfrm>
        </p:spPr>
        <p:txBody>
          <a:bodyPr anchor="ctr" anchorCtr="0"/>
          <a:lstStyle/>
          <a:p>
            <a:r>
              <a:rPr lang="en-US" dirty="0">
                <a:sym typeface="+mn-ea"/>
              </a:rPr>
              <a:t>[LYRICS AND CHORDS]</a:t>
            </a:r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</Words>
  <Application>Microsoft Macintosh PowerPoint</Application>
  <PresentationFormat>Widescreen</PresentationFormat>
  <Paragraphs>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Courier New</vt:lpstr>
      <vt:lpstr>Times New Roman Regular</vt:lpstr>
      <vt:lpstr>Office Theme</vt:lpstr>
      <vt:lpstr>[Title]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 Chee Wah</cp:lastModifiedBy>
  <cp:revision>29</cp:revision>
  <dcterms:created xsi:type="dcterms:W3CDTF">2026-04-21T11:50:26Z</dcterms:created>
  <dcterms:modified xsi:type="dcterms:W3CDTF">2026-04-22T12:31:06Z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
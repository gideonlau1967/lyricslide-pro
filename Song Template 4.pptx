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5002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5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1" autoAdjust="0"/>
    <p:restoredTop sz="94660"/>
  </p:normalViewPr>
  <p:slideViewPr>
    <p:cSldViewPr snapToGrid="0" showGuides="1">
      <p:cViewPr varScale="1">
        <p:scale>
          <a:sx n="53" d="100"/>
          <a:sy n="53" d="100"/>
        </p:scale>
        <p:origin x="180" y="54"/>
      </p:cViewPr>
      <p:guideLst>
        <p:guide orient="horz" pos="2145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chemeClr val="accent1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Song Template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7375" y="5953125"/>
            <a:ext cx="10515600" cy="483870"/>
          </a:xfrm>
        </p:spPr>
        <p:txBody>
          <a:bodyPr/>
          <a:lstStyle>
            <a:lvl1pPr>
              <a:defRPr sz="2800">
                <a:solidFill>
                  <a:schemeClr val="bg1"/>
                </a:solidFill>
                <a:latin typeface="Arial Regular" panose="020B0704020202020204" charset="0"/>
                <a:cs typeface="Arial Regular" panose="020B0704020202020204" charset="0"/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536575"/>
            <a:ext cx="10515600" cy="494284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6740" y="6356350"/>
            <a:ext cx="7315835" cy="365125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63A1C593-65D0-4073-BCC9-577B9352EA97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Ovr>
    <a:masterClrMapping/>
  </p:clrMapOvr>
  <p:hf sldNum="0" hdr="0" dt="0"/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63855" y="5986145"/>
            <a:ext cx="10989945" cy="4781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545465"/>
            <a:ext cx="10515600" cy="5130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3220" y="6356350"/>
            <a:ext cx="77901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/>
              <a:t>[Copyright Info]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618960-8005-486C-9A75-10CB2AAC16F9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bg1"/>
          </a:solidFill>
          <a:latin typeface="Arial Regular" panose="020B0704020202020204" charset="0"/>
          <a:ea typeface="+mj-ea"/>
          <a:cs typeface="Arial Regular" panose="020B070402020202020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7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7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en-US"/>
              <a:t>{{Title}}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p>
            <a:pPr marL="0" indent="0" algn="ctr">
              <a:buNone/>
            </a:pPr>
            <a:r>
              <a:rPr lang="en-US"/>
              <a:t>{{Lyrics}}</a:t>
            </a:r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r>
              <a:rPr lang="en-US"/>
              <a:t>{{Copyright Info}}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</Words>
  <Application>WPS Presentation</Application>
  <PresentationFormat>Widescreen</PresentationFormat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3" baseType="lpstr">
      <vt:lpstr>Arial</vt:lpstr>
      <vt:lpstr>SimSun</vt:lpstr>
      <vt:lpstr>Wingdings</vt:lpstr>
      <vt:lpstr>Arial Regular</vt:lpstr>
      <vt:lpstr>Arial Bold</vt:lpstr>
      <vt:lpstr>Microsoft YaHei</vt:lpstr>
      <vt:lpstr>汉仪旗黑</vt:lpstr>
      <vt:lpstr>Calibri</vt:lpstr>
      <vt:lpstr>Helvetica Neue</vt:lpstr>
      <vt:lpstr>宋体-简</vt:lpstr>
      <vt:lpstr>Arial Unicode MS</vt:lpstr>
      <vt:lpstr>Office Theme</vt:lpstr>
      <vt:lpstr>{{TITLE}}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WPS Presentation</dc:title>
  <dc:creator>gideonlau</dc:creator>
  <cp:lastModifiedBy>gideon lau</cp:lastModifiedBy>
  <cp:revision>24</cp:revision>
  <dcterms:created xsi:type="dcterms:W3CDTF">2026-04-18T11:41:53Z</dcterms:created>
  <dcterms:modified xsi:type="dcterms:W3CDTF">2026-04-18T11:41:53Z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A01E1312BE8569821B6DE3695AF65517_43</vt:lpwstr>
  </property>
  <property fmtid="{D5CDD505-2E9C-101B-9397-08002B2CF9AE}" pid="3" name="KSOProductBuildVer">
    <vt:lpwstr>1033-12.1.25867.25867</vt:lpwstr>
  </property>
</Properties>
</file>
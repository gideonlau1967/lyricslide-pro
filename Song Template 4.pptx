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28" d="100"/>
          <a:sy n="128" d="100"/>
        </p:scale>
        <p:origin x="456" y="176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[Presenter Note]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070" y="6057265"/>
            <a:ext cx="10515600" cy="365125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1315" y="264795"/>
            <a:ext cx="11173460" cy="4884420"/>
          </a:xfrm>
        </p:spPr>
        <p:txBody>
          <a:bodyPr/>
          <a:lstStyle>
            <a:lvl1pPr marL="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1pPr>
            <a:lvl2pPr marL="4572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2pPr>
            <a:lvl3pPr marL="9144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3pPr>
            <a:lvl4pPr marL="13716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4pPr>
            <a:lvl5pPr marL="18288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33340" y="6422390"/>
            <a:ext cx="2743200" cy="365125"/>
          </a:xfr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0070" y="6333490"/>
            <a:ext cx="4186555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.xml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[Title]</a:t>
            </a:r>
            <a:endParaRPr lang="en-US" sz="2400" dirty="0">
              <a:solidFill>
                <a:schemeClr val="bg1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60070" y="264795"/>
            <a:ext cx="10974705" cy="4884420"/>
          </a:xfrm>
        </p:spPr>
        <p:txBody>
          <a:bodyPr anchor="ctr" anchorCtr="0"/>
          <a:p>
            <a:r>
              <a:rPr lang="en-US" dirty="0">
                <a:sym typeface="+mn-ea"/>
              </a:rPr>
              <a:t>[LYRICS AND CHORDS]</a:t>
            </a:r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 dirty="0">
              <a:solidFill>
                <a:schemeClr val="bg1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WPS Docs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SimSun</vt:lpstr>
      <vt:lpstr>Wingdings</vt:lpstr>
      <vt:lpstr>Times New Roman Regular</vt:lpstr>
      <vt:lpstr>Microsoft YaHei</vt:lpstr>
      <vt:lpstr>汉仪旗黑</vt:lpstr>
      <vt:lpstr>Arial Unicode MS</vt:lpstr>
      <vt:lpstr>Calibri Light</vt:lpstr>
      <vt:lpstr>Helvetica Neue</vt:lpstr>
      <vt:lpstr>Calibri</vt:lpstr>
      <vt:lpstr>Office Theme</vt:lpstr>
      <vt:lpstr>[Title]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28</cp:revision>
  <dcterms:created xsi:type="dcterms:W3CDTF">2026-04-21T11:50:26Z</dcterms:created>
  <dcterms:modified xsi:type="dcterms:W3CDTF">2026-04-21T11:50:26Z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AC339E6DCD07C91EF98EE369FBA440E8_43</vt:lpwstr>
  </property>
  <property fmtid="{D5CDD505-2E9C-101B-9397-08002B2CF9AE}" pid="3" name="KSOProductBuildVer">
    <vt:lpwstr>1033-12.1.25867.25867</vt:lpwstr>
  </property>
</Properties>
</file>
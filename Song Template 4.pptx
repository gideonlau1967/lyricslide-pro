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28" d="100"/>
          <a:sy n="128" d="100"/>
        </p:scale>
        <p:origin x="456" y="176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/>
              <a:t>[Presenter Note]</a:t>
            </a:r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070" y="6057265"/>
            <a:ext cx="10515600" cy="365125"/>
          </a:xfrm>
        </p:spPr>
        <p:txBody>
          <a:bodyPr>
            <a:noAutofit/>
          </a:bodyPr>
          <a:lstStyle>
            <a:lvl1pPr>
              <a:defRPr sz="280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1315" y="264795"/>
            <a:ext cx="11173460" cy="4884420"/>
          </a:xfrm>
        </p:spPr>
        <p:txBody>
          <a:bodyPr/>
          <a:lstStyle>
            <a:lvl1pPr marL="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1pPr>
            <a:lvl2pPr marL="4572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2pPr>
            <a:lvl3pPr marL="9144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3pPr>
            <a:lvl4pPr marL="13716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4pPr>
            <a:lvl5pPr marL="18288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33340" y="6422390"/>
            <a:ext cx="2743200" cy="365125"/>
          </a:xfr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60070" y="6333490"/>
            <a:ext cx="4186555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1.xml"/><Relationship Id="rId1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[Title]</a:t>
            </a:r>
            <a:endParaRPr lang="en-US" sz="2400" dirty="0">
              <a:solidFill>
                <a:schemeClr val="bg1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  <a:endParaRPr lang="en-US" dirty="0">
              <a:solidFill>
                <a:schemeClr val="bg1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  <p:graphicFrame>
        <p:nvGraphicFramePr>
          <p:cNvPr id="1025" name="LyricsTable"/>
          <p:cNvGraphicFramePr/>
          <p:nvPr/>
        </p:nvGraphicFramePr>
        <p:xfrm>
          <a:off x="0" y="410845"/>
          <a:ext cx="12192000" cy="4050030"/>
        </p:xfrm>
        <a:graphic>
          <a:graphicData uri="http://schemas.openxmlformats.org/drawingml/2006/table">
            <a:tbl>
              <a:tblPr>
                <a:tableStyleId>{5C22544A-7EE6-4342-B051-7303C2061113}</a:tableStyleId>
              </a:tblPr>
              <a:tblGrid>
                <a:gridCol w="12192000"/>
              </a:tblGrid>
              <a:tr h="450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>
                          <a:latin typeface="Times New Roman Regular" panose="02020603050405020304"/>
                          <a:cs typeface="Times New Roman Regular" panose="02020603050405020304"/>
                        </a:rPr>
                        <a:t>[LYRICS AND CHORDS]</a:t>
                      </a:r>
                      <a:endParaRPr lang="en-US" sz="2400">
                        <a:latin typeface="Times New Roman Regular" panose="02020603050405020304"/>
                        <a:cs typeface="Times New Roman Regular" panose="02020603050405020304"/>
                      </a:endParaRPr>
                    </a:p>
                  </a:txBody>
                  <a:tcPr marL="0" marR="0" marT="0" marB="0" vert="horz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0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040">
                          <a:latin typeface="Courier New" panose="02070609020205020404"/>
                          <a:cs typeface="Courier New" panose="02070609020205020404"/>
                        </a:rPr>
                        <a:t>                  </a:t>
                      </a:r>
                      <a:endParaRPr lang="en-US" sz="2040">
                        <a:latin typeface="Courier New" panose="02070609020205020404"/>
                        <a:cs typeface="Courier New" panose="02070609020205020404"/>
                      </a:endParaRPr>
                    </a:p>
                  </a:txBody>
                  <a:tcPr marL="0" marR="0" marT="0" marB="0" vert="horz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0000">
                <a:tc>
                  <a:txBody>
                    <a:bodyPr/>
                    <a:p>
                      <a:pPr algn="ctr">
                        <a:buNone/>
                      </a:pPr>
                      <a:endParaRPr lang="en-US" sz="2400">
                        <a:latin typeface="Times New Roman Regular" panose="02020603050405020304"/>
                        <a:cs typeface="Times New Roman Regular" panose="02020603050405020304"/>
                      </a:endParaRPr>
                    </a:p>
                  </a:txBody>
                  <a:tcPr marL="0" marR="0" marT="0" marB="0" vert="horz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0000">
                <a:tc>
                  <a:txBody>
                    <a:bodyPr/>
                    <a:p>
                      <a:pPr algn="ctr">
                        <a:buNone/>
                      </a:pPr>
                      <a:endParaRPr lang="en-US" sz="2040">
                        <a:latin typeface="Courier New" panose="02070609020205020404"/>
                        <a:cs typeface="Courier New" panose="02070609020205020404"/>
                      </a:endParaRPr>
                    </a:p>
                  </a:txBody>
                  <a:tcPr marL="0" marR="0" marT="0" marB="0" vert="horz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0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>
                          <a:latin typeface="Times New Roman Regular" panose="02020603050405020304"/>
                          <a:cs typeface="Times New Roman Regular" panose="02020603050405020304"/>
                        </a:rPr>
                        <a:t> </a:t>
                      </a:r>
                      <a:endParaRPr lang="en-US" sz="2400">
                        <a:latin typeface="Times New Roman Regular" panose="02020603050405020304"/>
                        <a:cs typeface="Times New Roman Regular" panose="02020603050405020304"/>
                      </a:endParaRPr>
                    </a:p>
                  </a:txBody>
                  <a:tcPr marL="0" marR="0" marT="0" marB="0" vert="horz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0000">
                <a:tc>
                  <a:txBody>
                    <a:bodyPr/>
                    <a:p>
                      <a:pPr algn="ctr">
                        <a:buNone/>
                      </a:pPr>
                      <a:endParaRPr lang="en-US" sz="2040">
                        <a:latin typeface="Courier New" panose="02070609020205020404"/>
                        <a:cs typeface="Courier New" panose="02070609020205020404"/>
                      </a:endParaRPr>
                    </a:p>
                  </a:txBody>
                  <a:tcPr marL="0" marR="0" marT="0" marB="0" vert="horz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0000">
                <a:tc>
                  <a:txBody>
                    <a:bodyPr/>
                    <a:p>
                      <a:pPr algn="ctr">
                        <a:buNone/>
                      </a:pPr>
                      <a:endParaRPr lang="en-US" sz="2400">
                        <a:latin typeface="Times New Roman Regular" panose="02020603050405020304"/>
                        <a:cs typeface="Times New Roman Regular" panose="02020603050405020304"/>
                      </a:endParaRPr>
                    </a:p>
                  </a:txBody>
                  <a:tcPr marL="0" marR="0" marT="0" marB="0" vert="horz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0000">
                <a:tc>
                  <a:txBody>
                    <a:bodyPr/>
                    <a:p>
                      <a:pPr algn="l">
                        <a:buNone/>
                      </a:pPr>
                      <a:endParaRPr lang="en-US" sz="2400">
                        <a:latin typeface="Courier New Regular" panose="02070609020205020404" charset="0"/>
                        <a:cs typeface="Courier New Regular" panose="02070609020205020404" charset="0"/>
                      </a:endParaRPr>
                    </a:p>
                  </a:txBody>
                  <a:tcPr marL="0" marR="0" marT="0" marB="0" vert="horz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0000">
                <a:tc>
                  <a:txBody>
                    <a:bodyPr/>
                    <a:p>
                      <a:pPr algn="ctr">
                        <a:buNone/>
                      </a:pPr>
                      <a:endParaRPr lang="en-US" sz="2400">
                        <a:latin typeface="Times New Roman Regular" panose="02020603050405020304" charset="0"/>
                        <a:cs typeface="Times New Roman Regular" panose="02020603050405020304" charset="0"/>
                      </a:endParaRPr>
                    </a:p>
                  </a:txBody>
                  <a:tcPr marL="0" marR="0" marT="0" marB="0" vert="horz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SLIDE_TYPE" val="text"/>
  <p:tag name="KSO_WM_BEAUTIFY_FLAG" val="#wm#"/>
  <p:tag name="KSO_WM_SLIDE_THEME_ID" val="3312678"/>
  <p:tag name="KSO_WM_SLIDE_THEME_NAME" val="Red Minimalist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</Words>
  <Application>WPS Presentation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6" baseType="lpstr">
      <vt:lpstr>Arial</vt:lpstr>
      <vt:lpstr>SimSun</vt:lpstr>
      <vt:lpstr>Wingdings</vt:lpstr>
      <vt:lpstr>Times New Roman Regular</vt:lpstr>
      <vt:lpstr>Microsoft YaHei</vt:lpstr>
      <vt:lpstr>汉仪旗黑</vt:lpstr>
      <vt:lpstr>Calibri Light</vt:lpstr>
      <vt:lpstr>Helvetica Neue</vt:lpstr>
      <vt:lpstr>Calibri</vt:lpstr>
      <vt:lpstr>宋体-简</vt:lpstr>
      <vt:lpstr>Arial Unicode MS</vt:lpstr>
      <vt:lpstr>Times New Roman Regular</vt:lpstr>
      <vt:lpstr>Courier New</vt:lpstr>
      <vt:lpstr>Courier New Regular</vt:lpstr>
      <vt:lpstr>Office Theme</vt:lpstr>
      <vt:lpstr>[Title]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26</cp:revision>
  <dcterms:created xsi:type="dcterms:W3CDTF">2026-04-20T05:10:51Z</dcterms:created>
  <dcterms:modified xsi:type="dcterms:W3CDTF">2026-04-20T05:10:51Z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AC339E6DCD07C91EF98EE369FBA440E8_43</vt:lpwstr>
  </property>
  <property fmtid="{D5CDD505-2E9C-101B-9397-08002B2CF9AE}" pid="3" name="KSOProductBuildVer">
    <vt:lpwstr>1033-12.1.25867.25867</vt:lpwstr>
  </property>
</Properties>
</file>
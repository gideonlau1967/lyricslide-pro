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3334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anchor="t" anchorCtr="0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Times New Roman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25</cp:revision>
  <dcterms:created xsi:type="dcterms:W3CDTF">2026-04-19T08:19:42Z</dcterms:created>
  <dcterms:modified xsi:type="dcterms:W3CDTF">2026-04-19T08:19:42Z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
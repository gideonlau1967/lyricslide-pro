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070" y="6057265"/>
            <a:ext cx="10515600" cy="365125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315" y="264795"/>
            <a:ext cx="11173460" cy="4884420"/>
          </a:xfrm>
        </p:spPr>
        <p:txBody>
          <a:bodyPr/>
          <a:lstStyle>
            <a:lvl1pPr marL="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1pPr>
            <a:lvl2pPr marL="4572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2pPr>
            <a:lvl3pPr marL="9144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3pPr>
            <a:lvl4pPr marL="13716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4pPr>
            <a:lvl5pPr marL="18288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33340" y="6422390"/>
            <a:ext cx="2743200" cy="365125"/>
          </a:xfr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0070" y="6422390"/>
            <a:ext cx="4186555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  <a:endParaRPr lang="en-US" sz="2400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anchor="t" anchorCtr="0"/>
          <a:lstStyle/>
          <a:p>
            <a:pPr marL="0" indent="0" algn="ctr">
              <a:buNone/>
            </a:pPr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[LYRICS AND CHORDS]</a:t>
            </a:r>
            <a:endParaRPr lang="en-US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Times New Roman Regular</vt:lpstr>
      <vt:lpstr>Microsoft YaHei</vt:lpstr>
      <vt:lpstr>汉仪旗黑</vt:lpstr>
      <vt:lpstr>Calibri Light</vt:lpstr>
      <vt:lpstr>Helvetica Neue</vt:lpstr>
      <vt:lpstr>Calibri</vt:lpstr>
      <vt:lpstr>宋体-简</vt:lpstr>
      <vt:lpstr>Arial Unicode MS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24</cp:revision>
  <dcterms:created xsi:type="dcterms:W3CDTF">2026-04-19T08:16:24Z</dcterms:created>
  <dcterms:modified xsi:type="dcterms:W3CDTF">2026-04-19T08:16:24Z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AC339E6DCD07C91EF98EE369FBA440E8_43</vt:lpwstr>
  </property>
  <property fmtid="{D5CDD505-2E9C-101B-9397-08002B2CF9AE}" pid="3" name="KSOProductBuildVer">
    <vt:lpwstr>1033-12.1.25867.25867</vt:lpwstr>
  </property>
</Properties>
</file>
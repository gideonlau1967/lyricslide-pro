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5001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45" userDrawn="1">
          <p15:clr>
            <a:srgbClr val="A4A3A4"/>
          </p15:clr>
        </p15:guide>
        <p15:guide id="2" pos="3842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 showGuides="1">
      <p:cViewPr varScale="1">
        <p:scale>
          <a:sx n="128" d="100"/>
          <a:sy n="128" d="100"/>
        </p:scale>
        <p:origin x="456" y="176"/>
      </p:cViewPr>
      <p:guideLst>
        <p:guide orient="horz" pos="2145"/>
        <p:guide pos="384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7" Type="http://schemas.openxmlformats.org/officeDocument/2006/relationships/tableStyles" Target="tableStyles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EFD42F7-718C-4B98-AAEC-167E6DDD60A7}" type="datetimeFigureOut">
              <a:rPr lang="en-US" smtClean="0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1B2AA4F-B828-4D7C-AFD3-893933DAFCB4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7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.xml"/><Relationship Id="rId1" Type="http://schemas.openxmlformats.org/officeDocument/2006/relationships/image" Target="../media/image1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1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/>
          <p:cNvSpPr>
            <a:spLocks noGrp="1"/>
          </p:cNvSpPr>
          <p:nvPr>
            <p:ph idx="1"/>
          </p:nvPr>
        </p:nvSpPr>
        <p:spPr>
          <a:xfrm>
            <a:off x="838200" y="219075"/>
            <a:ext cx="10515600" cy="5697220"/>
          </a:xfrm>
        </p:spPr>
        <p:txBody>
          <a:bodyPr anchor="t" anchorCtr="0"/>
          <a:lstStyle/>
          <a:p>
            <a:pPr marL="0" indent="0" algn="ctr">
              <a:buNone/>
            </a:pPr>
            <a:r>
              <a:rPr lang="en-US" dirty="0">
                <a:latin typeface="Times New Roman Regular" panose="02020603050405020304" charset="0"/>
                <a:cs typeface="Times New Roman Regular" panose="02020603050405020304" charset="0"/>
                <a:sym typeface="+mn-ea"/>
              </a:rPr>
              <a:t>[LYRICS AND CHORDS]</a:t>
            </a:r>
            <a:endParaRPr lang="en-US" dirty="0">
              <a:latin typeface="Times New Roman Regular" panose="02020603050405020304" charset="0"/>
              <a:cs typeface="Times New Roman Regular" panose="02020603050405020304" charset="0"/>
              <a:sym typeface="+mn-ea"/>
            </a:endParaRPr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>
          <a:xfrm>
            <a:off x="588645" y="5981700"/>
            <a:ext cx="10066020" cy="521970"/>
          </a:xfrm>
        </p:spPr>
        <p:txBody>
          <a:bodyPr/>
          <a:lstStyle/>
          <a:p>
            <a:r>
              <a:rPr lang="en-US" sz="2400" dirty="0">
                <a:solidFill>
                  <a:schemeClr val="bg1"/>
                </a:solidFill>
                <a:latin typeface="Times New Roman Regular" panose="02020603050405020304" charset="0"/>
                <a:cs typeface="Times New Roman Regular" panose="02020603050405020304" charset="0"/>
              </a:rPr>
              <a:t>[Title]</a:t>
            </a:r>
            <a:endParaRPr lang="en-US" sz="2400" dirty="0">
              <a:solidFill>
                <a:schemeClr val="bg1"/>
              </a:solidFill>
              <a:latin typeface="Times New Roman Regular" panose="02020603050405020304" charset="0"/>
              <a:cs typeface="Times New Roman Regular" panose="02020603050405020304" charset="0"/>
            </a:endParaRPr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588728" y="6308780"/>
            <a:ext cx="4114800" cy="365125"/>
          </a:xfrm>
        </p:spPr>
        <p:txBody>
          <a:bodyPr/>
          <a:lstStyle/>
          <a:p>
            <a:pPr algn="l"/>
            <a:r>
              <a:rPr lang="en-US" dirty="0">
                <a:solidFill>
                  <a:schemeClr val="bg1"/>
                </a:solidFill>
                <a:latin typeface="Times New Roman Regular" panose="02020603050405020304" charset="0"/>
                <a:cs typeface="Times New Roman Regular" panose="02020603050405020304" charset="0"/>
              </a:rPr>
              <a:t>[Copyright Info]</a:t>
            </a:r>
            <a:endParaRPr lang="en-US" dirty="0">
              <a:solidFill>
                <a:schemeClr val="bg1"/>
              </a:solidFill>
              <a:latin typeface="Times New Roman Regular" panose="02020603050405020304" charset="0"/>
              <a:cs typeface="Times New Roman Regular" panose="02020603050405020304" charset="0"/>
            </a:endParaRPr>
          </a:p>
        </p:txBody>
      </p:sp>
    </p:spTree>
    <p:custDataLst>
      <p:tags r:id="rId2"/>
    </p:custDataLst>
  </p:cSld>
  <p:clrMapOvr>
    <a:masterClrMapping/>
  </p:clrMapOvr>
</p:sld>
</file>

<file path=ppt/tags/tag1.xml><?xml version="1.0" encoding="utf-8"?>
<p:tagLst xmlns:p="http://schemas.openxmlformats.org/presentationml/2006/main">
  <p:tag name="KSO_WM_SLIDE_TYPE" val="text"/>
  <p:tag name="KSO_WM_BEAUTIFY_FLAG" val="#wm#"/>
  <p:tag name="KSO_WM_SLIDE_THEME_ID" val="3312678"/>
  <p:tag name="KSO_WM_SLIDE_THEME_NAME" val="Red Minimalist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42</Words>
  <Application>WPS Presentation</Application>
  <PresentationFormat>Widescreen</PresentationFormat>
  <Paragraphs>6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14" baseType="lpstr">
      <vt:lpstr>Arial</vt:lpstr>
      <vt:lpstr>SimSun</vt:lpstr>
      <vt:lpstr>Wingdings</vt:lpstr>
      <vt:lpstr>Courier New Regular</vt:lpstr>
      <vt:lpstr>Microsoft YaHei</vt:lpstr>
      <vt:lpstr>汉仪旗黑</vt:lpstr>
      <vt:lpstr>Calibri Light</vt:lpstr>
      <vt:lpstr>Helvetica Neue</vt:lpstr>
      <vt:lpstr>Calibri</vt:lpstr>
      <vt:lpstr>宋体-简</vt:lpstr>
      <vt:lpstr>Arial Unicode MS</vt:lpstr>
      <vt:lpstr>Times New Roman Regular</vt:lpstr>
      <vt:lpstr>Office Theme</vt:lpstr>
      <vt:lpstr>[Title]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WPS Presentation</dc:title>
  <dc:creator>gideonlau</dc:creator>
  <cp:lastModifiedBy>gideon lau</cp:lastModifiedBy>
  <cp:revision>23</cp:revision>
  <dcterms:created xsi:type="dcterms:W3CDTF">2026-04-18T15:30:09Z</dcterms:created>
  <dcterms:modified xsi:type="dcterms:W3CDTF">2026-04-18T15:30:09Z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AC339E6DCD07C91EF98EE369FBA440E8_43</vt:lpwstr>
  </property>
  <property fmtid="{D5CDD505-2E9C-101B-9397-08002B2CF9AE}" pid="3" name="KSOProductBuildVer">
    <vt:lpwstr>1033-12.1.25867.25867</vt:lpwstr>
  </property>
</Properties>
</file>
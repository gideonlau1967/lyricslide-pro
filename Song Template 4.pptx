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15620" y="5917565"/>
            <a:ext cx="11676380" cy="606425"/>
          </a:xfrm>
        </p:spPr>
        <p:txBody>
          <a:bodyPr/>
          <a:p>
            <a:pPr algn="l"/>
            <a:r>
              <a:rPr lang="en-US" sz="2800" b="1">
                <a:solidFill>
                  <a:schemeClr val="accent1">
                    <a:lumMod val="20000"/>
                    <a:lumOff val="80000"/>
                  </a:schemeClr>
                </a:solidFill>
                <a:latin typeface="Arial Bold" panose="020B0704020202020204" charset="0"/>
                <a:cs typeface="Arial Bold" panose="020B0704020202020204" charset="0"/>
              </a:rPr>
              <a:t>[ TITLE ]</a:t>
            </a:r>
            <a:endParaRPr lang="en-US" sz="2800" b="1">
              <a:solidFill>
                <a:schemeClr val="accent1">
                  <a:lumMod val="20000"/>
                  <a:lumOff val="80000"/>
                </a:schemeClr>
              </a:solidFill>
              <a:latin typeface="Arial Bold" panose="020B0704020202020204" charset="0"/>
              <a:cs typeface="Arial Bold" panose="020B070402020202020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0" y="365125"/>
            <a:ext cx="12191365" cy="5080000"/>
          </a:xfrm>
        </p:spPr>
        <p:txBody>
          <a:bodyPr anchor="ctr" anchorCtr="0"/>
          <a:p>
            <a:pPr marL="0" indent="0" algn="ctr">
              <a:buNone/>
            </a:pPr>
            <a:r>
              <a:rPr lang="en-US">
                <a:latin typeface="Arial Regular" panose="020B0704020202020204" charset="0"/>
                <a:cs typeface="Arial Regular" panose="020B0704020202020204" charset="0"/>
              </a:rPr>
              <a:t>[LYRICS AND CHORDS]</a:t>
            </a:r>
            <a:endParaRPr lang="en-US">
              <a:latin typeface="Arial Regular" panose="020B0704020202020204" charset="0"/>
              <a:cs typeface="Arial Regular" panose="020B070402020202020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5620" y="6356350"/>
            <a:ext cx="11675110" cy="365125"/>
          </a:xfrm>
        </p:spPr>
        <p:txBody>
          <a:bodyPr/>
          <a:p>
            <a:pPr algn="l"/>
            <a:r>
              <a:rPr lang="en-US">
                <a:solidFill>
                  <a:schemeClr val="bg1"/>
                </a:solidFill>
                <a:latin typeface="Arial Regular" panose="020B0704020202020204" charset="0"/>
                <a:cs typeface="Arial Regular" panose="020B0704020202020204" charset="0"/>
              </a:rPr>
              <a:t>[Copyright Info]</a:t>
            </a:r>
            <a:endParaRPr lang="en-US">
              <a:solidFill>
                <a:schemeClr val="bg1"/>
              </a:solidFill>
              <a:latin typeface="Arial Regular" panose="020B0704020202020204" charset="0"/>
              <a:cs typeface="Arial Regular" panose="020B07040202020202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WPS Presentation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SimSun</vt:lpstr>
      <vt:lpstr>Wingdings</vt:lpstr>
      <vt:lpstr>Arial Bold</vt:lpstr>
      <vt:lpstr>Arial Regular</vt:lpstr>
      <vt:lpstr>Microsoft YaHei</vt:lpstr>
      <vt:lpstr>汉仪旗黑</vt:lpstr>
      <vt:lpstr>Arial Unicode MS</vt:lpstr>
      <vt:lpstr>Calibri Light</vt:lpstr>
      <vt:lpstr>Helvetica Neue</vt:lpstr>
      <vt:lpstr>Calibri</vt:lpstr>
      <vt:lpstr>Office Theme</vt:lpstr>
      <vt:lpstr>[ TITLE 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17</cp:revision>
  <dcterms:created xsi:type="dcterms:W3CDTF">2026-04-17T00:29:58Z</dcterms:created>
  <dcterms:modified xsi:type="dcterms:W3CDTF">2026-04-17T00:29:58Z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1058A1BC00D1ED19D10DE069DFC71ED2_43</vt:lpwstr>
  </property>
  <property fmtid="{D5CDD505-2E9C-101B-9397-08002B2CF9AE}" pid="3" name="KSOProductBuildVer">
    <vt:lpwstr>1033-12.1.25867.25867</vt:lpwstr>
  </property>
</Properties>
</file>
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45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/>
              <a:t>[Presenter Note]</a:t>
            </a:r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-10160"/>
            <a:ext cx="12192635" cy="8585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 Regular" panose="02020603050405020304" charset="0"/>
                <a:cs typeface="Times New Roman Regular" panose="02020603050405020304" charset="0"/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 Regular" panose="02020603050405020304" charset="0"/>
          <a:ea typeface="+mj-ea"/>
          <a:cs typeface="Times New Roman Regular" panose="02020603050405020304" charset="0"/>
        </a:defRPr>
      </a:lvl1pPr>
    </p:titleStyle>
    <p:bodyStyle>
      <a:lvl1pPr marL="0" indent="0" algn="ctr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None/>
        <a:defRPr sz="2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1pPr>
      <a:lvl2pPr marL="4572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24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2pPr>
      <a:lvl3pPr marL="9144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20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3pPr>
      <a:lvl4pPr marL="13716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1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4pPr>
      <a:lvl5pPr marL="18288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1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sz="4000" b="1">
                <a:latin typeface="Times New Roman Bold" panose="02020603050405020304" charset="0"/>
                <a:cs typeface="Times New Roman Bold" panose="02020603050405020304" charset="0"/>
              </a:rPr>
              <a:t>[ TITLE ]</a:t>
            </a:r>
            <a:endParaRPr lang="en-US" sz="4000" b="1">
              <a:latin typeface="Times New Roman Bold" panose="02020603050405020304" charset="0"/>
              <a:cs typeface="Times New Roman Bold" panose="02020603050405020304" charset="0"/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838200" y="1320800"/>
            <a:ext cx="10515600" cy="4534535"/>
          </a:xfrm>
        </p:spPr>
        <p:txBody>
          <a:bodyPr anchor="ctr" anchorCtr="0"/>
          <a:p>
            <a:pPr marL="0" indent="0" algn="ctr">
              <a:buNone/>
            </a:pPr>
            <a:r>
              <a:rPr lang="en-US" dirty="0">
                <a:sym typeface="+mn-ea"/>
              </a:rPr>
              <a:t>[LYRICS AND CHORDS]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>
                <a:solidFill>
                  <a:schemeClr val="tx2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[Copyright Info]</a:t>
            </a:r>
            <a:endParaRPr lang="en-US">
              <a:solidFill>
                <a:schemeClr val="tx2"/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</Words>
  <Application>WPS Docs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2" baseType="lpstr">
      <vt:lpstr>Arial</vt:lpstr>
      <vt:lpstr>SimSun</vt:lpstr>
      <vt:lpstr>Wingdings</vt:lpstr>
      <vt:lpstr>Times New Roman Regular</vt:lpstr>
      <vt:lpstr>Times New Roman Bold</vt:lpstr>
      <vt:lpstr>Microsoft YaHei</vt:lpstr>
      <vt:lpstr>汉仪旗黑</vt:lpstr>
      <vt:lpstr>Arial Unicode MS</vt:lpstr>
      <vt:lpstr>Calibri</vt:lpstr>
      <vt:lpstr>Helvetica Neue</vt:lpstr>
      <vt:lpstr>Office Theme</vt:lpstr>
      <vt:lpstr>[ TITLE 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25</cp:revision>
  <dcterms:created xsi:type="dcterms:W3CDTF">2026-04-21T11:49:17Z</dcterms:created>
  <dcterms:modified xsi:type="dcterms:W3CDTF">2026-04-21T11:49:17Z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1EAD4624943D5E50950ADF69A7E3A3D7_43</vt:lpwstr>
  </property>
  <property fmtid="{D5CDD505-2E9C-101B-9397-08002B2CF9AE}" pid="3" name="KSOProductBuildVer">
    <vt:lpwstr>1033-12.1.25867.25867</vt:lpwstr>
  </property>
</Properties>
</file>
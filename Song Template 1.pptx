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-10160"/>
            <a:ext cx="12192635" cy="8585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 Regular" panose="02020603050405020304" charset="0"/>
          <a:ea typeface="+mj-ea"/>
          <a:cs typeface="Times New Roman Regular" panose="02020603050405020304" charset="0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None/>
        <a:defRPr sz="2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1pPr>
      <a:lvl2pPr marL="4572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4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2pPr>
      <a:lvl3pPr marL="9144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0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3pPr>
      <a:lvl4pPr marL="13716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4pPr>
      <a:lvl5pPr marL="18288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sz="4000" b="1">
                <a:latin typeface="Times New Roman Bold" panose="02020603050405020304" charset="0"/>
                <a:cs typeface="Times New Roman Bold" panose="02020603050405020304" charset="0"/>
              </a:rPr>
              <a:t>[ TITLE ]</a:t>
            </a:r>
            <a:endParaRPr lang="en-US" sz="4000" b="1">
              <a:latin typeface="Times New Roman Bold" panose="02020603050405020304" charset="0"/>
              <a:cs typeface="Times New Roman Bold" panose="020206030504050203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38200" y="1620520"/>
            <a:ext cx="10515600" cy="4248150"/>
          </a:xfrm>
        </p:spPr>
        <p:txBody>
          <a:bodyPr anchor="ctr" anchorCtr="0"/>
          <a:p>
            <a:pPr marL="0" indent="0" algn="ctr">
              <a:buNone/>
            </a:pPr>
            <a:r>
              <a:rPr lang="en-US">
                <a:latin typeface="Times New Roman Regular" panose="02020603050405020304" charset="0"/>
                <a:cs typeface="Times New Roman Regular" panose="02020603050405020304" charset="0"/>
              </a:rPr>
              <a:t>[LYRICS AND CHORDS]</a:t>
            </a:r>
            <a:endParaRPr lang="en-US"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>
                <a:solidFill>
                  <a:schemeClr val="tx2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>
              <a:solidFill>
                <a:schemeClr val="tx2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SimSun</vt:lpstr>
      <vt:lpstr>Wingdings</vt:lpstr>
      <vt:lpstr>Times New Roman Bold</vt:lpstr>
      <vt:lpstr>Times New Roman Regular</vt:lpstr>
      <vt:lpstr>Microsoft YaHei</vt:lpstr>
      <vt:lpstr>汉仪旗黑</vt:lpstr>
      <vt:lpstr>Arial Unicode MS</vt:lpstr>
      <vt:lpstr>Calibri Light</vt:lpstr>
      <vt:lpstr>Helvetica Neue</vt:lpstr>
      <vt:lpstr>Calibri</vt:lpstr>
      <vt:lpstr>宋体-简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18</cp:revision>
  <dcterms:created xsi:type="dcterms:W3CDTF">2026-04-19T06:34:29Z</dcterms:created>
  <dcterms:modified xsi:type="dcterms:W3CDTF">2026-04-19T06:34:29Z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
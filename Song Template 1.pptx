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12191365" cy="897890"/>
          </a:xfrm>
        </p:spPr>
        <p:txBody>
          <a:bodyPr/>
          <a:p>
            <a:pPr algn="ctr"/>
            <a:r>
              <a:rPr lang="en-US" sz="4000" b="1">
                <a:latin typeface="Times New Roman Bold" panose="02020603050405020304" charset="0"/>
                <a:cs typeface="Times New Roman Bold" panose="02020603050405020304" charset="0"/>
              </a:rPr>
              <a:t>[ TITLE ]</a:t>
            </a:r>
            <a:endParaRPr lang="en-US" sz="4000" b="1">
              <a:latin typeface="Times New Roman Bold" panose="02020603050405020304" charset="0"/>
              <a:cs typeface="Times New Roman Bold" panose="0202060305040502030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0" y="1620520"/>
            <a:ext cx="12191365" cy="4218940"/>
          </a:xfrm>
        </p:spPr>
        <p:txBody>
          <a:bodyPr anchor="ctr" anchorCtr="0"/>
          <a:p>
            <a:pPr marL="0" indent="0" algn="ctr">
              <a:buNone/>
            </a:pPr>
            <a:r>
              <a:rPr lang="en-US">
                <a:latin typeface="Times New Roman Regular" panose="02020603050405020304" charset="0"/>
                <a:cs typeface="Times New Roman Regular" panose="02020603050405020304" charset="0"/>
              </a:rPr>
              <a:t>[LYRICS AND CHORDS]</a:t>
            </a:r>
            <a:endParaRPr lang="en-US"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-635" y="6356350"/>
            <a:ext cx="12191365" cy="365125"/>
          </a:xfrm>
        </p:spPr>
        <p:txBody>
          <a:bodyPr/>
          <a:p>
            <a:r>
              <a:rPr lang="en-US">
                <a:solidFill>
                  <a:schemeClr val="tx2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>
              <a:solidFill>
                <a:schemeClr val="tx2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7" baseType="lpstr">
      <vt:lpstr>Arial</vt:lpstr>
      <vt:lpstr>SimSun</vt:lpstr>
      <vt:lpstr>Wingdings</vt:lpstr>
      <vt:lpstr>Courier New Bold</vt:lpstr>
      <vt:lpstr>Courier New Regular</vt:lpstr>
      <vt:lpstr>Microsoft YaHei</vt:lpstr>
      <vt:lpstr>汉仪旗黑</vt:lpstr>
      <vt:lpstr>Calibri Light</vt:lpstr>
      <vt:lpstr>Helvetica Neue</vt:lpstr>
      <vt:lpstr>Calibri</vt:lpstr>
      <vt:lpstr>宋体-简</vt:lpstr>
      <vt:lpstr>Arial Unicode MS</vt:lpstr>
      <vt:lpstr>Times New Roman Regular</vt:lpstr>
      <vt:lpstr>Times New Roman Bold</vt:lpstr>
      <vt:lpstr>Times New Roman Italic</vt:lpstr>
      <vt:lpstr>Office Theme</vt:lpstr>
      <vt:lpstr>[ TITLE 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17</cp:revision>
  <dcterms:created xsi:type="dcterms:W3CDTF">2026-04-18T15:28:22Z</dcterms:created>
  <dcterms:modified xsi:type="dcterms:W3CDTF">2026-04-18T15:28:22Z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
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2789"/>
  </p:normalViewPr>
  <p:slideViewPr>
    <p:cSldViewPr snapToGrid="0" showGuides="1">
      <p:cViewPr varScale="1">
        <p:scale>
          <a:sx n="91" d="100"/>
          <a:sy n="91" d="100"/>
        </p:scale>
        <p:origin x="1896" y="184"/>
      </p:cViewPr>
      <p:guideLst>
        <p:guide orient="horz" pos="214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Courier New Regular" panose="02070609020205020404" charset="0"/>
        <a:ea typeface="+mn-ea"/>
        <a:cs typeface="Courier New Regular" panose="02070609020205020404" charset="0"/>
      </a:defRPr>
    </a:lvl1pPr>
    <a:lvl2pPr marL="457200" algn="l" defTabSz="914400" rtl="0" eaLnBrk="1" latinLnBrk="0" hangingPunct="1">
      <a:defRPr sz="1600" kern="1200">
        <a:solidFill>
          <a:schemeClr val="tx1"/>
        </a:solidFill>
        <a:latin typeface="Courier New Regular" panose="02070609020205020404" charset="0"/>
        <a:ea typeface="+mn-ea"/>
        <a:cs typeface="Courier New Regular" panose="02070609020205020404" charset="0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Courier New Regular" panose="02070609020205020404" charset="0"/>
        <a:ea typeface="+mn-ea"/>
        <a:cs typeface="Courier New Regular" panose="02070609020205020404" charset="0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Courier New Regular" panose="02070609020205020404" charset="0"/>
        <a:ea typeface="+mn-ea"/>
        <a:cs typeface="Courier New Regular" panose="02070609020205020404" charset="0"/>
      </a:defRPr>
    </a:lvl4pPr>
    <a:lvl5pPr marL="1828800" algn="l" defTabSz="914400" rtl="0" eaLnBrk="1" latinLnBrk="0" hangingPunct="1">
      <a:defRPr sz="1400" kern="1200">
        <a:solidFill>
          <a:schemeClr val="tx1"/>
        </a:solidFill>
        <a:latin typeface="Courier New Regular" panose="02070609020205020404" charset="0"/>
        <a:ea typeface="+mn-ea"/>
        <a:cs typeface="Courier New Regular" panose="0207060902020502040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 altLang="en-US" dirty="0">
              <a:latin typeface="Courier New" panose="02070609020205020404" pitchFamily="49" charset="0"/>
              <a:cs typeface="Courier New" panose="02070609020205020404" pitchFamily="49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0160"/>
            <a:ext cx="12192635" cy="8585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 Regular" panose="02020603050405020304" charset="0"/>
          <a:ea typeface="+mj-ea"/>
          <a:cs typeface="Times New Roman Regular" panose="0202060305040502030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None/>
        <a:defRPr sz="2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1pPr>
      <a:lvl2pPr marL="4572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4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2pPr>
      <a:lvl3pPr marL="9144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0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3pPr>
      <a:lvl4pPr marL="13716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4pPr>
      <a:lvl5pPr marL="18288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>
                <a:latin typeface="Times New Roman Bold" panose="02020603050405020304" charset="0"/>
                <a:cs typeface="Times New Roman Bold" panose="02020603050405020304" charset="0"/>
              </a:rPr>
              <a:t>[ TITLE ]</a:t>
            </a:r>
            <a:endParaRPr lang="en-US" sz="4000" b="1">
              <a:latin typeface="Times New Roman Bold" panose="02020603050405020304" charset="0"/>
              <a:cs typeface="Times New Roman Bold" panose="02020603050405020304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320800"/>
            <a:ext cx="10515600" cy="4534535"/>
          </a:xfrm>
        </p:spPr>
        <p:txBody>
          <a:bodyPr anchor="ctr" anchorCtr="0"/>
          <a:lstStyle/>
          <a:p>
            <a:pPr marL="0" indent="0" algn="ctr">
              <a:buNone/>
            </a:pPr>
            <a:r>
              <a:rPr lang="en-US" dirty="0">
                <a:sym typeface="+mn-ea"/>
              </a:rPr>
              <a:t>[LYRICS AND CHORDS]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0" y="6356350"/>
            <a:ext cx="12192635" cy="365125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>
              <a:solidFill>
                <a:schemeClr val="tx2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Presentation</Application>
  <PresentationFormat>Widescreen</PresentationFormat>
  <Paragraphs>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Arial</vt:lpstr>
      <vt:lpstr>SimSun</vt:lpstr>
      <vt:lpstr>Wingdings</vt:lpstr>
      <vt:lpstr>Times New Roman Regular</vt:lpstr>
      <vt:lpstr>Courier New Regular</vt:lpstr>
      <vt:lpstr>Times New Roman Bold</vt:lpstr>
      <vt:lpstr>Courier New</vt:lpstr>
      <vt:lpstr>Microsoft YaHei</vt:lpstr>
      <vt:lpstr>汉仪旗黑</vt:lpstr>
      <vt:lpstr>Calibri</vt:lpstr>
      <vt:lpstr>Helvetica Neue</vt:lpstr>
      <vt:lpstr>宋体-简</vt:lpstr>
      <vt:lpstr>Arial Unicode MS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28</cp:revision>
  <dcterms:created xsi:type="dcterms:W3CDTF">2026-04-22T23:55:53Z</dcterms:created>
  <dcterms:modified xsi:type="dcterms:W3CDTF">2026-04-22T23:55:53Z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
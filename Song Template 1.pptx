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500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2789"/>
  </p:normalViewPr>
  <p:slideViewPr>
    <p:cSldViewPr snapToGrid="0" showGuides="1">
      <p:cViewPr varScale="1">
        <p:scale>
          <a:sx n="91" d="100"/>
          <a:sy n="91" d="100"/>
        </p:scale>
        <p:origin x="1896" y="18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[Presenter Note]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0160"/>
            <a:ext cx="12192635" cy="858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4534535"/>
          </a:xfrm>
        </p:spPr>
        <p:txBody>
          <a:bodyPr anchor="ctr" anchorCtr="0"/>
          <a:lstStyle/>
          <a:p>
            <a:pPr marL="0" indent="0" algn="ctr">
              <a:buNone/>
            </a:pPr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</Words>
  <Application>Microsoft Macintosh PowerPoint</Application>
  <PresentationFormat>Widescreen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Courier New</vt:lpstr>
      <vt:lpstr>Times New Roman Bold</vt:lpstr>
      <vt:lpstr>Times New Roman Regular</vt:lpstr>
      <vt:lpstr>Office Theme</vt:lpstr>
      <vt:lpstr>[ TITLE ]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 Chee Wah</cp:lastModifiedBy>
  <cp:revision>26</cp:revision>
  <dcterms:created xsi:type="dcterms:W3CDTF">2026-04-21T11:49:17Z</dcterms:created>
  <dcterms:modified xsi:type="dcterms:W3CDTF">2026-04-22T08:09:15Z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
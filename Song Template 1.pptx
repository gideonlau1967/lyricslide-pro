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[Presenter Note]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75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14145"/>
            <a:ext cx="10515600" cy="442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356350"/>
            <a:ext cx="12192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Times New Roman Regular" panose="02020603050405020304" charset="0"/>
          <a:ea typeface="+mj-ea"/>
          <a:cs typeface="Times New Roman Regular" panose="02020603050405020304" charset="0"/>
        </a:defRPr>
      </a:lvl1pPr>
    </p:titleStyle>
    <p:bodyStyle>
      <a:lvl1pPr marL="0" indent="0" algn="ctr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None/>
        <a:defRPr sz="2800" kern="1200">
          <a:solidFill>
            <a:schemeClr val="tx1"/>
          </a:solidFill>
          <a:latin typeface="Times New Roman Regular" panose="02020603050405020304" charset="0"/>
          <a:ea typeface="+mn-ea"/>
          <a:cs typeface="Times New Roman Regular" panose="02020603050405020304" charset="0"/>
        </a:defRPr>
      </a:lvl1pPr>
      <a:lvl2pPr marL="4572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None/>
        <a:defRPr sz="2400" kern="1200">
          <a:solidFill>
            <a:schemeClr val="tx1"/>
          </a:solidFill>
          <a:latin typeface="Times New Roman Regular" panose="02020603050405020304" charset="0"/>
          <a:ea typeface="+mn-ea"/>
          <a:cs typeface="Times New Roman Regular" panose="02020603050405020304" charset="0"/>
        </a:defRPr>
      </a:lvl2pPr>
      <a:lvl3pPr marL="9144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None/>
        <a:defRPr sz="2000" kern="1200">
          <a:solidFill>
            <a:schemeClr val="tx1"/>
          </a:solidFill>
          <a:latin typeface="Times New Roman Regular" panose="02020603050405020304" charset="0"/>
          <a:ea typeface="+mn-ea"/>
          <a:cs typeface="Times New Roman Regular" panose="02020603050405020304" charset="0"/>
        </a:defRPr>
      </a:lvl3pPr>
      <a:lvl4pPr marL="13716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None/>
        <a:defRPr sz="1800" kern="1200">
          <a:solidFill>
            <a:schemeClr val="tx1"/>
          </a:solidFill>
          <a:latin typeface="Times New Roman Regular" panose="02020603050405020304" charset="0"/>
          <a:ea typeface="+mn-ea"/>
          <a:cs typeface="Times New Roman Regular" panose="02020603050405020304" charset="0"/>
        </a:defRPr>
      </a:lvl4pPr>
      <a:lvl5pPr marL="18288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None/>
        <a:defRPr sz="1800" kern="1200">
          <a:solidFill>
            <a:schemeClr val="tx1"/>
          </a:solidFill>
          <a:latin typeface="Times New Roman Regular" panose="02020603050405020304" charset="0"/>
          <a:ea typeface="+mn-ea"/>
          <a:cs typeface="Times New Roman Regular" panose="0202060305040502030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35" y="0"/>
            <a:ext cx="12192000" cy="875665"/>
          </a:xfrm>
        </p:spPr>
        <p:txBody>
          <a:bodyPr/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[TITLE]</a:t>
            </a:r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35" y="1269365"/>
            <a:ext cx="12191365" cy="4567555"/>
          </a:xfrm>
        </p:spPr>
        <p:txBody>
          <a:bodyPr anchor="ctr" anchorCtr="0"/>
          <a:p>
            <a:pPr marL="0" indent="0" algn="ctr">
              <a:buNone/>
            </a:pPr>
            <a:r>
              <a:rPr lang="en-US" sz="3200" dirty="0">
                <a:sym typeface="+mn-ea"/>
              </a:rPr>
              <a:t>[LYRICS AND CHORDS]</a:t>
            </a:r>
            <a:endParaRPr lang="en-US" sz="3200" dirty="0">
              <a:sym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12192635" cy="365125"/>
          </a:xfrm>
        </p:spPr>
        <p:txBody>
          <a:bodyPr/>
          <a:lstStyle/>
          <a:p>
            <a:r>
              <a:rPr lang="en-US">
                <a:solidFill>
                  <a:schemeClr val="tx2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[Copyright Info]</a:t>
            </a:r>
            <a:endParaRPr lang="en-US">
              <a:solidFill>
                <a:schemeClr val="tx2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WPS Presentation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Times New Roman Regular</vt:lpstr>
      <vt:lpstr>Times New Roman Bold</vt:lpstr>
      <vt:lpstr>Microsoft YaHei</vt:lpstr>
      <vt:lpstr>汉仪旗黑</vt:lpstr>
      <vt:lpstr>Arial Unicode MS</vt:lpstr>
      <vt:lpstr>Calibri</vt:lpstr>
      <vt:lpstr>Helvetica Neue</vt:lpstr>
      <vt:lpstr>Office Theme</vt:lpstr>
      <vt:lpstr>[ TITLE ]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gideonlau</dc:creator>
  <cp:lastModifiedBy>gideon lau</cp:lastModifiedBy>
  <cp:revision>5</cp:revision>
  <dcterms:created xsi:type="dcterms:W3CDTF">2026-04-27T07:52:17Z</dcterms:created>
  <dcterms:modified xsi:type="dcterms:W3CDTF">2026-04-27T07:52:17Z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DB56F06D378600BE4665E9698A531131_41</vt:lpwstr>
  </property>
  <property fmtid="{D5CDD505-2E9C-101B-9397-08002B2CF9AE}" pid="3" name="KSOProductBuildVer">
    <vt:lpwstr>1033-12.1.25867.25867</vt:lpwstr>
  </property>
</Properties>
</file>
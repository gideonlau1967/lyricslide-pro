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0160"/>
            <a:ext cx="12192635" cy="858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graphicFrame>
        <p:nvGraphicFramePr>
          <p:cNvPr id="1025" name="LyricsTable"/>
          <p:cNvGraphicFramePr/>
          <p:nvPr/>
        </p:nvGraphicFramePr>
        <p:xfrm>
          <a:off x="0" y="1790700"/>
          <a:ext cx="12192000" cy="4050030"/>
        </p:xfrm>
        <a:graphic>
          <a:graphicData uri="http://schemas.openxmlformats.org/drawingml/2006/table">
            <a:tbl>
              <a:tblPr>
                <a:tableStyleId>{5C22544A-7EE6-4342-B051-7303C2061113}</a:tableStyleId>
              </a:tblPr>
              <a:tblGrid>
                <a:gridCol w="12192000"/>
              </a:tblGrid>
              <a:tr h="45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latin typeface="Times New Roman Regular" panose="02020603050405020304"/>
                          <a:cs typeface="Times New Roman Regular" panose="02020603050405020304"/>
                        </a:rPr>
                        <a:t>[LYRICS AND CHORDS]</a:t>
                      </a: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40">
                          <a:latin typeface="Courier New" panose="02070609020205020404"/>
                          <a:cs typeface="Courier New" panose="02070609020205020404"/>
                        </a:rPr>
                        <a:t>                  </a:t>
                      </a:r>
                      <a:endParaRPr lang="en-US" sz="2040">
                        <a:latin typeface="Courier New" panose="02070609020205020404"/>
                        <a:cs typeface="Courier New" panose="020706090202050204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040">
                        <a:latin typeface="Courier New" panose="02070609020205020404"/>
                        <a:cs typeface="Courier New" panose="020706090202050204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latin typeface="Times New Roman Regular" panose="02020603050405020304"/>
                          <a:cs typeface="Times New Roman Regular" panose="02020603050405020304"/>
                        </a:rPr>
                        <a:t> </a:t>
                      </a: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040">
                        <a:latin typeface="Courier New" panose="02070609020205020404"/>
                        <a:cs typeface="Courier New" panose="020706090202050204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l">
                        <a:buNone/>
                      </a:pPr>
                      <a:endParaRPr lang="en-US" sz="2400">
                        <a:latin typeface="Courier New Regular" panose="02070609020205020404" charset="0"/>
                        <a:cs typeface="Courier New Regular" panose="02070609020205020404" charset="0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400">
                        <a:latin typeface="Times New Roman Regular" panose="02020603050405020304" charset="0"/>
                        <a:cs typeface="Times New Roman Regular" panose="02020603050405020304" charset="0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</Words>
  <Application>WPS Presentation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SimSun</vt:lpstr>
      <vt:lpstr>Wingdings</vt:lpstr>
      <vt:lpstr>Times New Roman Regular</vt:lpstr>
      <vt:lpstr>Times New Roman Bold</vt:lpstr>
      <vt:lpstr>Microsoft YaHei</vt:lpstr>
      <vt:lpstr>汉仪旗黑</vt:lpstr>
      <vt:lpstr>Calibri</vt:lpstr>
      <vt:lpstr>Helvetica Neue</vt:lpstr>
      <vt:lpstr>宋体-简</vt:lpstr>
      <vt:lpstr>Arial Unicode MS</vt:lpstr>
      <vt:lpstr>Times New Roman Regular</vt:lpstr>
      <vt:lpstr>Courier New</vt:lpstr>
      <vt:lpstr>Courier New Regular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22</cp:revision>
  <dcterms:created xsi:type="dcterms:W3CDTF">2026-04-20T03:14:33Z</dcterms:created>
  <dcterms:modified xsi:type="dcterms:W3CDTF">2026-04-20T03:14:33Z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